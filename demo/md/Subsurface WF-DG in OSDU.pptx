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 id="2147483675" r:id="rId2"/>
  </p:sldMasterIdLst>
  <p:notesMasterIdLst>
    <p:notesMasterId r:id="rId15"/>
  </p:notesMasterIdLst>
  <p:handoutMasterIdLst>
    <p:handoutMasterId r:id="rId16"/>
  </p:handoutMasterIdLst>
  <p:sldIdLst>
    <p:sldId id="2593" r:id="rId3"/>
    <p:sldId id="2607" r:id="rId4"/>
    <p:sldId id="2594" r:id="rId5"/>
    <p:sldId id="2595" r:id="rId6"/>
    <p:sldId id="2596" r:id="rId7"/>
    <p:sldId id="2598" r:id="rId8"/>
    <p:sldId id="2601" r:id="rId9"/>
    <p:sldId id="2602" r:id="rId10"/>
    <p:sldId id="2603" r:id="rId11"/>
    <p:sldId id="2604" r:id="rId12"/>
    <p:sldId id="2605" r:id="rId13"/>
    <p:sldId id="2606" r:id="rId14"/>
  </p:sldIdLst>
  <p:sldSz cx="12192000" cy="6858000"/>
  <p:notesSz cx="6858000" cy="9144000"/>
  <p:embeddedFontLst>
    <p:embeddedFont>
      <p:font typeface="Biome" panose="020B0604020202020204" charset="0"/>
      <p:regular r:id="rId17"/>
      <p:italic r:id="rId18"/>
    </p:embeddedFont>
    <p:embeddedFont>
      <p:font typeface="Equinor" panose="020B0604020202020204" charset="0"/>
      <p:regular r:id="rId19"/>
      <p:bold r:id="rId20"/>
      <p:italic r:id="rId21"/>
      <p:boldItalic r:id="rId22"/>
    </p:embeddedFont>
    <p:embeddedFont>
      <p:font typeface="Equinor Light" panose="020B0604020202020204" charset="0"/>
      <p:regular r:id="rId23"/>
      <p:bold r:id="rId24"/>
      <p:italic r:id="rId25"/>
      <p:boldItalic r:id="rId26"/>
    </p:embeddedFont>
    <p:embeddedFont>
      <p:font typeface="Equinor Medium" panose="020B0604020202020204" charset="0"/>
      <p:regular r:id="rId27"/>
      <p:bold r:id="rId28"/>
      <p:italic r:id="rId29"/>
      <p:boldItalic r:id="rId30"/>
    </p:embeddedFont>
    <p:embeddedFont>
      <p:font typeface="Verdana" panose="020B0604030504040204" pitchFamily="34" charset="0"/>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E4CE"/>
    <a:srgbClr val="86A7AC"/>
    <a:srgbClr val="E9947C"/>
    <a:srgbClr val="DF6D61"/>
    <a:srgbClr val="FEE0C8"/>
    <a:srgbClr val="85B8A5"/>
    <a:srgbClr val="ABD6BB"/>
    <a:srgbClr val="FFF6B9"/>
    <a:srgbClr val="F9D1AF"/>
    <a:srgbClr val="F5C3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77829C-8873-4740-9722-0D2F74BE4B13}" v="173" dt="2026-02-20T13:13:08.3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2.fntdata"/><Relationship Id="rId26" Type="http://schemas.openxmlformats.org/officeDocument/2006/relationships/font" Target="fonts/font10.fntdata"/><Relationship Id="rId39" Type="http://schemas.microsoft.com/office/2016/11/relationships/changesInfo" Target="changesInfos/changesInfo1.xml"/><Relationship Id="rId21" Type="http://schemas.openxmlformats.org/officeDocument/2006/relationships/font" Target="fonts/font5.fntdata"/><Relationship Id="rId34" Type="http://schemas.openxmlformats.org/officeDocument/2006/relationships/font" Target="fonts/font18.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notesMaster" Target="notesMasters/notesMaster1.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us Apel" userId="b97121e4-2d6d-4965-bf00-4795c65497f8" providerId="ADAL" clId="{BBF178B5-DEC9-4FB1-A491-2B4957C5AC30}"/>
    <pc:docChg chg="custSel addSld delSld modSld sldOrd">
      <pc:chgData name="Marcus Apel" userId="b97121e4-2d6d-4965-bf00-4795c65497f8" providerId="ADAL" clId="{BBF178B5-DEC9-4FB1-A491-2B4957C5AC30}" dt="2026-02-20T13:13:08.335" v="876" actId="20577"/>
      <pc:docMkLst>
        <pc:docMk/>
      </pc:docMkLst>
      <pc:sldChg chg="add del">
        <pc:chgData name="Marcus Apel" userId="b97121e4-2d6d-4965-bf00-4795c65497f8" providerId="ADAL" clId="{BBF178B5-DEC9-4FB1-A491-2B4957C5AC30}" dt="2026-02-20T12:49:02.768" v="553" actId="47"/>
        <pc:sldMkLst>
          <pc:docMk/>
          <pc:sldMk cId="2173835424" sldId="281"/>
        </pc:sldMkLst>
      </pc:sldChg>
      <pc:sldChg chg="add del">
        <pc:chgData name="Marcus Apel" userId="b97121e4-2d6d-4965-bf00-4795c65497f8" providerId="ADAL" clId="{BBF178B5-DEC9-4FB1-A491-2B4957C5AC30}" dt="2026-02-20T12:49:02.768" v="553" actId="47"/>
        <pc:sldMkLst>
          <pc:docMk/>
          <pc:sldMk cId="2860579834" sldId="2563"/>
        </pc:sldMkLst>
      </pc:sldChg>
      <pc:sldChg chg="add del">
        <pc:chgData name="Marcus Apel" userId="b97121e4-2d6d-4965-bf00-4795c65497f8" providerId="ADAL" clId="{BBF178B5-DEC9-4FB1-A491-2B4957C5AC30}" dt="2026-02-20T12:49:02.768" v="553" actId="47"/>
        <pc:sldMkLst>
          <pc:docMk/>
          <pc:sldMk cId="3735862889" sldId="2569"/>
        </pc:sldMkLst>
      </pc:sldChg>
      <pc:sldChg chg="add del">
        <pc:chgData name="Marcus Apel" userId="b97121e4-2d6d-4965-bf00-4795c65497f8" providerId="ADAL" clId="{BBF178B5-DEC9-4FB1-A491-2B4957C5AC30}" dt="2026-02-20T12:49:02.768" v="553" actId="47"/>
        <pc:sldMkLst>
          <pc:docMk/>
          <pc:sldMk cId="4113461435" sldId="2571"/>
        </pc:sldMkLst>
      </pc:sldChg>
      <pc:sldChg chg="add del">
        <pc:chgData name="Marcus Apel" userId="b97121e4-2d6d-4965-bf00-4795c65497f8" providerId="ADAL" clId="{BBF178B5-DEC9-4FB1-A491-2B4957C5AC30}" dt="2026-02-20T12:49:02.768" v="553" actId="47"/>
        <pc:sldMkLst>
          <pc:docMk/>
          <pc:sldMk cId="3910360762" sldId="2575"/>
        </pc:sldMkLst>
      </pc:sldChg>
      <pc:sldChg chg="add del">
        <pc:chgData name="Marcus Apel" userId="b97121e4-2d6d-4965-bf00-4795c65497f8" providerId="ADAL" clId="{BBF178B5-DEC9-4FB1-A491-2B4957C5AC30}" dt="2026-02-20T12:49:02.768" v="553" actId="47"/>
        <pc:sldMkLst>
          <pc:docMk/>
          <pc:sldMk cId="1165318224" sldId="2581"/>
        </pc:sldMkLst>
      </pc:sldChg>
      <pc:sldChg chg="add del">
        <pc:chgData name="Marcus Apel" userId="b97121e4-2d6d-4965-bf00-4795c65497f8" providerId="ADAL" clId="{BBF178B5-DEC9-4FB1-A491-2B4957C5AC30}" dt="2026-02-20T12:49:02.768" v="553" actId="47"/>
        <pc:sldMkLst>
          <pc:docMk/>
          <pc:sldMk cId="289254499" sldId="2583"/>
        </pc:sldMkLst>
      </pc:sldChg>
      <pc:sldChg chg="add del">
        <pc:chgData name="Marcus Apel" userId="b97121e4-2d6d-4965-bf00-4795c65497f8" providerId="ADAL" clId="{BBF178B5-DEC9-4FB1-A491-2B4957C5AC30}" dt="2026-02-20T12:49:02.768" v="553" actId="47"/>
        <pc:sldMkLst>
          <pc:docMk/>
          <pc:sldMk cId="2801699776" sldId="2584"/>
        </pc:sldMkLst>
      </pc:sldChg>
      <pc:sldChg chg="add del">
        <pc:chgData name="Marcus Apel" userId="b97121e4-2d6d-4965-bf00-4795c65497f8" providerId="ADAL" clId="{BBF178B5-DEC9-4FB1-A491-2B4957C5AC30}" dt="2026-02-20T12:49:02.768" v="553" actId="47"/>
        <pc:sldMkLst>
          <pc:docMk/>
          <pc:sldMk cId="272093871" sldId="2585"/>
        </pc:sldMkLst>
      </pc:sldChg>
      <pc:sldChg chg="modSp add del mod">
        <pc:chgData name="Marcus Apel" userId="b97121e4-2d6d-4965-bf00-4795c65497f8" providerId="ADAL" clId="{BBF178B5-DEC9-4FB1-A491-2B4957C5AC30}" dt="2026-02-20T12:49:02.768" v="553" actId="47"/>
        <pc:sldMkLst>
          <pc:docMk/>
          <pc:sldMk cId="4189514370" sldId="2586"/>
        </pc:sldMkLst>
        <pc:picChg chg="mod">
          <ac:chgData name="Marcus Apel" userId="b97121e4-2d6d-4965-bf00-4795c65497f8" providerId="ADAL" clId="{BBF178B5-DEC9-4FB1-A491-2B4957C5AC30}" dt="2026-02-20T12:48:43.606" v="552" actId="1076"/>
          <ac:picMkLst>
            <pc:docMk/>
            <pc:sldMk cId="4189514370" sldId="2586"/>
            <ac:picMk id="6" creationId="{44A88FFA-3675-120A-D86D-59F4CB8B3049}"/>
          </ac:picMkLst>
        </pc:picChg>
      </pc:sldChg>
      <pc:sldChg chg="delSp add del mod">
        <pc:chgData name="Marcus Apel" userId="b97121e4-2d6d-4965-bf00-4795c65497f8" providerId="ADAL" clId="{BBF178B5-DEC9-4FB1-A491-2B4957C5AC30}" dt="2026-02-20T12:48:34.671" v="550" actId="47"/>
        <pc:sldMkLst>
          <pc:docMk/>
          <pc:sldMk cId="464713697" sldId="2588"/>
        </pc:sldMkLst>
        <pc:picChg chg="del">
          <ac:chgData name="Marcus Apel" userId="b97121e4-2d6d-4965-bf00-4795c65497f8" providerId="ADAL" clId="{BBF178B5-DEC9-4FB1-A491-2B4957C5AC30}" dt="2026-02-20T12:47:28.569" v="502" actId="478"/>
          <ac:picMkLst>
            <pc:docMk/>
            <pc:sldMk cId="464713697" sldId="2588"/>
            <ac:picMk id="6" creationId="{EC5989C0-3FDC-F377-C6B6-2FFB020C63F9}"/>
          </ac:picMkLst>
        </pc:picChg>
      </pc:sldChg>
      <pc:sldChg chg="add del">
        <pc:chgData name="Marcus Apel" userId="b97121e4-2d6d-4965-bf00-4795c65497f8" providerId="ADAL" clId="{BBF178B5-DEC9-4FB1-A491-2B4957C5AC30}" dt="2026-02-20T12:46:56.330" v="499" actId="47"/>
        <pc:sldMkLst>
          <pc:docMk/>
          <pc:sldMk cId="1998187763" sldId="2589"/>
        </pc:sldMkLst>
      </pc:sldChg>
      <pc:sldChg chg="delSp add del mod">
        <pc:chgData name="Marcus Apel" userId="b97121e4-2d6d-4965-bf00-4795c65497f8" providerId="ADAL" clId="{BBF178B5-DEC9-4FB1-A491-2B4957C5AC30}" dt="2026-02-20T12:47:12.702" v="501" actId="47"/>
        <pc:sldMkLst>
          <pc:docMk/>
          <pc:sldMk cId="1455978770" sldId="2591"/>
        </pc:sldMkLst>
        <pc:picChg chg="del">
          <ac:chgData name="Marcus Apel" userId="b97121e4-2d6d-4965-bf00-4795c65497f8" providerId="ADAL" clId="{BBF178B5-DEC9-4FB1-A491-2B4957C5AC30}" dt="2026-02-20T12:47:10.552" v="500" actId="478"/>
          <ac:picMkLst>
            <pc:docMk/>
            <pc:sldMk cId="1455978770" sldId="2591"/>
            <ac:picMk id="7" creationId="{5F206847-2E01-709B-CC1B-B1A2B50BE2AA}"/>
          </ac:picMkLst>
        </pc:picChg>
      </pc:sldChg>
      <pc:sldChg chg="delSp modSp add del mod">
        <pc:chgData name="Marcus Apel" userId="b97121e4-2d6d-4965-bf00-4795c65497f8" providerId="ADAL" clId="{BBF178B5-DEC9-4FB1-A491-2B4957C5AC30}" dt="2026-02-20T12:49:02.768" v="553" actId="47"/>
        <pc:sldMkLst>
          <pc:docMk/>
          <pc:sldMk cId="507515116" sldId="2592"/>
        </pc:sldMkLst>
        <pc:spChg chg="mod">
          <ac:chgData name="Marcus Apel" userId="b97121e4-2d6d-4965-bf00-4795c65497f8" providerId="ADAL" clId="{BBF178B5-DEC9-4FB1-A491-2B4957C5AC30}" dt="2026-02-20T12:48:18.893" v="549" actId="6549"/>
          <ac:spMkLst>
            <pc:docMk/>
            <pc:sldMk cId="507515116" sldId="2592"/>
            <ac:spMk id="5" creationId="{5EA7937B-795F-D4E6-EBAE-75404D9BA45F}"/>
          </ac:spMkLst>
        </pc:spChg>
        <pc:picChg chg="del">
          <ac:chgData name="Marcus Apel" userId="b97121e4-2d6d-4965-bf00-4795c65497f8" providerId="ADAL" clId="{BBF178B5-DEC9-4FB1-A491-2B4957C5AC30}" dt="2026-02-20T12:48:38.529" v="551" actId="478"/>
          <ac:picMkLst>
            <pc:docMk/>
            <pc:sldMk cId="507515116" sldId="2592"/>
            <ac:picMk id="8" creationId="{6FDF99CB-2A6A-05E3-4F0E-A1B349939407}"/>
          </ac:picMkLst>
        </pc:picChg>
      </pc:sldChg>
      <pc:sldChg chg="delSp modSp add mod">
        <pc:chgData name="Marcus Apel" userId="b97121e4-2d6d-4965-bf00-4795c65497f8" providerId="ADAL" clId="{BBF178B5-DEC9-4FB1-A491-2B4957C5AC30}" dt="2026-02-20T13:12:41.717" v="874" actId="20577"/>
        <pc:sldMkLst>
          <pc:docMk/>
          <pc:sldMk cId="1093913602" sldId="2593"/>
        </pc:sldMkLst>
        <pc:spChg chg="mod">
          <ac:chgData name="Marcus Apel" userId="b97121e4-2d6d-4965-bf00-4795c65497f8" providerId="ADAL" clId="{BBF178B5-DEC9-4FB1-A491-2B4957C5AC30}" dt="2026-02-20T13:11:35.863" v="872" actId="6549"/>
          <ac:spMkLst>
            <pc:docMk/>
            <pc:sldMk cId="1093913602" sldId="2593"/>
            <ac:spMk id="4" creationId="{F08D5647-12E4-6387-3A68-5BAA2D98215E}"/>
          </ac:spMkLst>
        </pc:spChg>
        <pc:spChg chg="mod">
          <ac:chgData name="Marcus Apel" userId="b97121e4-2d6d-4965-bf00-4795c65497f8" providerId="ADAL" clId="{BBF178B5-DEC9-4FB1-A491-2B4957C5AC30}" dt="2026-02-20T13:12:41.717" v="874" actId="20577"/>
          <ac:spMkLst>
            <pc:docMk/>
            <pc:sldMk cId="1093913602" sldId="2593"/>
            <ac:spMk id="5" creationId="{F91E13C9-00D8-1458-0DA2-D233875A5EFE}"/>
          </ac:spMkLst>
        </pc:spChg>
        <pc:picChg chg="del">
          <ac:chgData name="Marcus Apel" userId="b97121e4-2d6d-4965-bf00-4795c65497f8" providerId="ADAL" clId="{BBF178B5-DEC9-4FB1-A491-2B4957C5AC30}" dt="2026-02-20T12:46:34.145" v="498" actId="478"/>
          <ac:picMkLst>
            <pc:docMk/>
            <pc:sldMk cId="1093913602" sldId="2593"/>
            <ac:picMk id="3" creationId="{E9DB463C-28A1-71B1-7FF6-F783B7934AE6}"/>
          </ac:picMkLst>
        </pc:picChg>
        <pc:picChg chg="del">
          <ac:chgData name="Marcus Apel" userId="b97121e4-2d6d-4965-bf00-4795c65497f8" providerId="ADAL" clId="{BBF178B5-DEC9-4FB1-A491-2B4957C5AC30}" dt="2026-02-20T12:46:32.470" v="497" actId="478"/>
          <ac:picMkLst>
            <pc:docMk/>
            <pc:sldMk cId="1093913602" sldId="2593"/>
            <ac:picMk id="6" creationId="{42E4CD43-C4AB-C399-68E1-9528559398A0}"/>
          </ac:picMkLst>
        </pc:picChg>
      </pc:sldChg>
      <pc:sldChg chg="add">
        <pc:chgData name="Marcus Apel" userId="b97121e4-2d6d-4965-bf00-4795c65497f8" providerId="ADAL" clId="{BBF178B5-DEC9-4FB1-A491-2B4957C5AC30}" dt="2026-02-20T12:46:01.787" v="480"/>
        <pc:sldMkLst>
          <pc:docMk/>
          <pc:sldMk cId="3039170442" sldId="2594"/>
        </pc:sldMkLst>
      </pc:sldChg>
      <pc:sldChg chg="add">
        <pc:chgData name="Marcus Apel" userId="b97121e4-2d6d-4965-bf00-4795c65497f8" providerId="ADAL" clId="{BBF178B5-DEC9-4FB1-A491-2B4957C5AC30}" dt="2026-02-20T12:46:01.787" v="480"/>
        <pc:sldMkLst>
          <pc:docMk/>
          <pc:sldMk cId="1308969944" sldId="2595"/>
        </pc:sldMkLst>
      </pc:sldChg>
      <pc:sldChg chg="add">
        <pc:chgData name="Marcus Apel" userId="b97121e4-2d6d-4965-bf00-4795c65497f8" providerId="ADAL" clId="{BBF178B5-DEC9-4FB1-A491-2B4957C5AC30}" dt="2026-02-20T12:46:01.787" v="480"/>
        <pc:sldMkLst>
          <pc:docMk/>
          <pc:sldMk cId="2371429238" sldId="2596"/>
        </pc:sldMkLst>
      </pc:sldChg>
      <pc:sldChg chg="add del">
        <pc:chgData name="Marcus Apel" userId="b97121e4-2d6d-4965-bf00-4795c65497f8" providerId="ADAL" clId="{BBF178B5-DEC9-4FB1-A491-2B4957C5AC30}" dt="2026-02-20T12:49:06.424" v="554" actId="47"/>
        <pc:sldMkLst>
          <pc:docMk/>
          <pc:sldMk cId="1841633915" sldId="2597"/>
        </pc:sldMkLst>
      </pc:sldChg>
      <pc:sldChg chg="add">
        <pc:chgData name="Marcus Apel" userId="b97121e4-2d6d-4965-bf00-4795c65497f8" providerId="ADAL" clId="{BBF178B5-DEC9-4FB1-A491-2B4957C5AC30}" dt="2026-02-20T12:46:01.787" v="480"/>
        <pc:sldMkLst>
          <pc:docMk/>
          <pc:sldMk cId="377080069" sldId="2598"/>
        </pc:sldMkLst>
      </pc:sldChg>
      <pc:sldChg chg="add del">
        <pc:chgData name="Marcus Apel" userId="b97121e4-2d6d-4965-bf00-4795c65497f8" providerId="ADAL" clId="{BBF178B5-DEC9-4FB1-A491-2B4957C5AC30}" dt="2026-02-20T12:49:11.012" v="555" actId="47"/>
        <pc:sldMkLst>
          <pc:docMk/>
          <pc:sldMk cId="4007837038" sldId="2599"/>
        </pc:sldMkLst>
      </pc:sldChg>
      <pc:sldChg chg="modSp add del mod">
        <pc:chgData name="Marcus Apel" userId="b97121e4-2d6d-4965-bf00-4795c65497f8" providerId="ADAL" clId="{BBF178B5-DEC9-4FB1-A491-2B4957C5AC30}" dt="2026-02-20T12:49:20.537" v="557" actId="47"/>
        <pc:sldMkLst>
          <pc:docMk/>
          <pc:sldMk cId="2290234941" sldId="2600"/>
        </pc:sldMkLst>
        <pc:spChg chg="mod">
          <ac:chgData name="Marcus Apel" userId="b97121e4-2d6d-4965-bf00-4795c65497f8" providerId="ADAL" clId="{BBF178B5-DEC9-4FB1-A491-2B4957C5AC30}" dt="2026-02-20T12:49:18.840" v="556" actId="21"/>
          <ac:spMkLst>
            <pc:docMk/>
            <pc:sldMk cId="2290234941" sldId="2600"/>
            <ac:spMk id="5" creationId="{977A7ABA-FD75-7023-DBB2-A1EB6D7B80AC}"/>
          </ac:spMkLst>
        </pc:spChg>
      </pc:sldChg>
      <pc:sldChg chg="delSp modSp add mod">
        <pc:chgData name="Marcus Apel" userId="b97121e4-2d6d-4965-bf00-4795c65497f8" providerId="ADAL" clId="{BBF178B5-DEC9-4FB1-A491-2B4957C5AC30}" dt="2026-02-20T12:50:49.812" v="615" actId="20577"/>
        <pc:sldMkLst>
          <pc:docMk/>
          <pc:sldMk cId="3680961002" sldId="2601"/>
        </pc:sldMkLst>
        <pc:spChg chg="mod">
          <ac:chgData name="Marcus Apel" userId="b97121e4-2d6d-4965-bf00-4795c65497f8" providerId="ADAL" clId="{BBF178B5-DEC9-4FB1-A491-2B4957C5AC30}" dt="2026-02-20T12:50:49.812" v="615" actId="20577"/>
          <ac:spMkLst>
            <pc:docMk/>
            <pc:sldMk cId="3680961002" sldId="2601"/>
            <ac:spMk id="5" creationId="{5EA7937B-795F-D4E6-EBAE-75404D9BA45F}"/>
          </ac:spMkLst>
        </pc:spChg>
        <pc:picChg chg="del">
          <ac:chgData name="Marcus Apel" userId="b97121e4-2d6d-4965-bf00-4795c65497f8" providerId="ADAL" clId="{BBF178B5-DEC9-4FB1-A491-2B4957C5AC30}" dt="2026-02-20T12:50:44.241" v="614" actId="478"/>
          <ac:picMkLst>
            <pc:docMk/>
            <pc:sldMk cId="3680961002" sldId="2601"/>
            <ac:picMk id="8" creationId="{6FDF99CB-2A6A-05E3-4F0E-A1B349939407}"/>
          </ac:picMkLst>
        </pc:picChg>
      </pc:sldChg>
      <pc:sldChg chg="add">
        <pc:chgData name="Marcus Apel" userId="b97121e4-2d6d-4965-bf00-4795c65497f8" providerId="ADAL" clId="{BBF178B5-DEC9-4FB1-A491-2B4957C5AC30}" dt="2026-02-20T12:46:01.787" v="480"/>
        <pc:sldMkLst>
          <pc:docMk/>
          <pc:sldMk cId="2652204922" sldId="2602"/>
        </pc:sldMkLst>
      </pc:sldChg>
      <pc:sldChg chg="add">
        <pc:chgData name="Marcus Apel" userId="b97121e4-2d6d-4965-bf00-4795c65497f8" providerId="ADAL" clId="{BBF178B5-DEC9-4FB1-A491-2B4957C5AC30}" dt="2026-02-20T12:46:01.787" v="480"/>
        <pc:sldMkLst>
          <pc:docMk/>
          <pc:sldMk cId="1664571717" sldId="2603"/>
        </pc:sldMkLst>
      </pc:sldChg>
      <pc:sldChg chg="add">
        <pc:chgData name="Marcus Apel" userId="b97121e4-2d6d-4965-bf00-4795c65497f8" providerId="ADAL" clId="{BBF178B5-DEC9-4FB1-A491-2B4957C5AC30}" dt="2026-02-20T12:46:01.787" v="480"/>
        <pc:sldMkLst>
          <pc:docMk/>
          <pc:sldMk cId="304203777" sldId="2604"/>
        </pc:sldMkLst>
      </pc:sldChg>
      <pc:sldChg chg="add">
        <pc:chgData name="Marcus Apel" userId="b97121e4-2d6d-4965-bf00-4795c65497f8" providerId="ADAL" clId="{BBF178B5-DEC9-4FB1-A491-2B4957C5AC30}" dt="2026-02-20T12:46:01.787" v="480"/>
        <pc:sldMkLst>
          <pc:docMk/>
          <pc:sldMk cId="3287053795" sldId="2605"/>
        </pc:sldMkLst>
      </pc:sldChg>
      <pc:sldChg chg="delSp add mod">
        <pc:chgData name="Marcus Apel" userId="b97121e4-2d6d-4965-bf00-4795c65497f8" providerId="ADAL" clId="{BBF178B5-DEC9-4FB1-A491-2B4957C5AC30}" dt="2026-02-20T12:51:00.778" v="616" actId="478"/>
        <pc:sldMkLst>
          <pc:docMk/>
          <pc:sldMk cId="2145285510" sldId="2606"/>
        </pc:sldMkLst>
        <pc:spChg chg="del">
          <ac:chgData name="Marcus Apel" userId="b97121e4-2d6d-4965-bf00-4795c65497f8" providerId="ADAL" clId="{BBF178B5-DEC9-4FB1-A491-2B4957C5AC30}" dt="2026-02-20T12:51:00.778" v="616" actId="478"/>
          <ac:spMkLst>
            <pc:docMk/>
            <pc:sldMk cId="2145285510" sldId="2606"/>
            <ac:spMk id="3" creationId="{59D14BAE-B9BB-1843-2DD2-FA31B2748103}"/>
          </ac:spMkLst>
        </pc:spChg>
      </pc:sldChg>
      <pc:sldChg chg="new del">
        <pc:chgData name="Marcus Apel" userId="b97121e4-2d6d-4965-bf00-4795c65497f8" providerId="ADAL" clId="{BBF178B5-DEC9-4FB1-A491-2B4957C5AC30}" dt="2026-02-20T12:52:16.106" v="618" actId="47"/>
        <pc:sldMkLst>
          <pc:docMk/>
          <pc:sldMk cId="1543332839" sldId="2607"/>
        </pc:sldMkLst>
      </pc:sldChg>
      <pc:sldChg chg="modSp new mod ord">
        <pc:chgData name="Marcus Apel" userId="b97121e4-2d6d-4965-bf00-4795c65497f8" providerId="ADAL" clId="{BBF178B5-DEC9-4FB1-A491-2B4957C5AC30}" dt="2026-02-20T13:13:08.335" v="876" actId="20577"/>
        <pc:sldMkLst>
          <pc:docMk/>
          <pc:sldMk cId="3018705423" sldId="2607"/>
        </pc:sldMkLst>
        <pc:spChg chg="mod">
          <ac:chgData name="Marcus Apel" userId="b97121e4-2d6d-4965-bf00-4795c65497f8" providerId="ADAL" clId="{BBF178B5-DEC9-4FB1-A491-2B4957C5AC30}" dt="2026-02-20T13:13:08.335" v="876" actId="20577"/>
          <ac:spMkLst>
            <pc:docMk/>
            <pc:sldMk cId="3018705423" sldId="2607"/>
            <ac:spMk id="3" creationId="{84070120-5292-B035-448C-8EF4A3AB9B61}"/>
          </ac:spMkLst>
        </pc:spChg>
      </pc:sldChg>
      <pc:sldMasterChg chg="delSldLayout">
        <pc:chgData name="Marcus Apel" userId="b97121e4-2d6d-4965-bf00-4795c65497f8" providerId="ADAL" clId="{BBF178B5-DEC9-4FB1-A491-2B4957C5AC30}" dt="2026-02-06T09:50:07.203" v="478" actId="47"/>
        <pc:sldMasterMkLst>
          <pc:docMk/>
          <pc:sldMasterMk cId="1161360054" sldId="2147483648"/>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EC84AE-7282-4695-8716-C7A09A106E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BA54720E-115C-42D4-A6F4-FA2F6CC0A06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CEA88EB-8FDD-45EC-96FC-94A1AF99DAFF}" type="datetimeFigureOut">
              <a:rPr lang="en-GB" smtClean="0"/>
              <a:t>20/02/2026</a:t>
            </a:fld>
            <a:endParaRPr lang="en-GB"/>
          </a:p>
        </p:txBody>
      </p:sp>
      <p:sp>
        <p:nvSpPr>
          <p:cNvPr id="4" name="Footer Placeholder 3">
            <a:extLst>
              <a:ext uri="{FF2B5EF4-FFF2-40B4-BE49-F238E27FC236}">
                <a16:creationId xmlns:a16="http://schemas.microsoft.com/office/drawing/2014/main" id="{4CECD3B8-7ADF-49DE-84B0-42BA73A8C7F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31A57CE3-8B90-4654-A56B-20F3524C0E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B76F21D-FBDA-415F-AD90-9EF411C40755}" type="slidenum">
              <a:rPr lang="en-GB" smtClean="0"/>
              <a:t>‹#›</a:t>
            </a:fld>
            <a:endParaRPr lang="en-GB"/>
          </a:p>
        </p:txBody>
      </p:sp>
    </p:spTree>
    <p:extLst>
      <p:ext uri="{BB962C8B-B14F-4D97-AF65-F5344CB8AC3E}">
        <p14:creationId xmlns:p14="http://schemas.microsoft.com/office/powerpoint/2010/main" val="32427565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35AAD9-D119-47C5-9471-94F136996FDC}" type="datetimeFigureOut">
              <a:rPr lang="en-GB" smtClean="0"/>
              <a:t>20/02/2026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C46255-B0A8-41CF-A15B-EB86725FC229}" type="slidenum">
              <a:rPr lang="en-GB" smtClean="0"/>
              <a:t>‹#›</a:t>
            </a:fld>
            <a:endParaRPr lang="en-GB"/>
          </a:p>
        </p:txBody>
      </p:sp>
    </p:spTree>
    <p:extLst>
      <p:ext uri="{BB962C8B-B14F-4D97-AF65-F5344CB8AC3E}">
        <p14:creationId xmlns:p14="http://schemas.microsoft.com/office/powerpoint/2010/main" val="900297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3C46255-B0A8-41CF-A15B-EB86725FC229}" type="slidenum">
              <a:rPr lang="en-GB" smtClean="0"/>
              <a:t>1</a:t>
            </a:fld>
            <a:endParaRPr lang="en-GB"/>
          </a:p>
        </p:txBody>
      </p:sp>
    </p:spTree>
    <p:extLst>
      <p:ext uri="{BB962C8B-B14F-4D97-AF65-F5344CB8AC3E}">
        <p14:creationId xmlns:p14="http://schemas.microsoft.com/office/powerpoint/2010/main" val="20204111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123601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6408468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402938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A75FA-69F4-C000-F65A-176E764BA9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BFE22F-01AD-40CD-EBDA-BEE5532EEF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A5D948-A5F2-AF2F-00F0-AAA3FFF2A08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83C72E-8B51-8AE8-718F-8932CB6D8745}"/>
              </a:ext>
            </a:extLst>
          </p:cNvPr>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34646406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17699308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11787493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4" y="728664"/>
            <a:ext cx="5400000" cy="3600336"/>
          </a:xfrm>
          <a:noFill/>
        </p:spPr>
        <p:txBody>
          <a:bodyPr tIns="0" bIns="72000" anchor="b"/>
          <a:lstStyle>
            <a:lvl1pPr algn="l">
              <a:lnSpc>
                <a:spcPct val="100000"/>
              </a:lnSpc>
              <a:defRPr sz="3200">
                <a:solidFill>
                  <a:srgbClr val="FF1243"/>
                </a:solidFill>
                <a:latin typeface="+mn-lt"/>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11186EE5-AECD-4CEC-A023-9347A1BFD171}"/>
              </a:ext>
            </a:extLst>
          </p:cNvPr>
          <p:cNvSpPr>
            <a:spLocks noGrp="1"/>
          </p:cNvSpPr>
          <p:nvPr userDrawn="1">
            <p:ph type="subTitle" idx="1"/>
          </p:nvPr>
        </p:nvSpPr>
        <p:spPr>
          <a:xfrm>
            <a:off x="694800" y="4508499"/>
            <a:ext cx="5401200" cy="1260475"/>
          </a:xfrm>
        </p:spPr>
        <p:txBody>
          <a:bodyPr/>
          <a:lstStyle>
            <a:lvl1pPr marL="0" indent="0" algn="l">
              <a:spcBef>
                <a:spcPts val="0"/>
              </a:spcBef>
              <a:spcAft>
                <a:spcPts val="0"/>
              </a:spcAft>
              <a:buNone/>
              <a:defRPr sz="16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pic>
        <p:nvPicPr>
          <p:cNvPr id="43" name="Graphic 42">
            <a:extLst>
              <a:ext uri="{FF2B5EF4-FFF2-40B4-BE49-F238E27FC236}">
                <a16:creationId xmlns:a16="http://schemas.microsoft.com/office/drawing/2014/main" id="{CE96131C-B81B-4A9C-A64B-413F047F15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graphicFrame>
        <p:nvGraphicFramePr>
          <p:cNvPr id="5" name="Table 4">
            <a:extLst>
              <a:ext uri="{FF2B5EF4-FFF2-40B4-BE49-F238E27FC236}">
                <a16:creationId xmlns:a16="http://schemas.microsoft.com/office/drawing/2014/main" id="{C09896F2-0368-EE4A-5399-826098860953}"/>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Tree>
    <p:extLst>
      <p:ext uri="{BB962C8B-B14F-4D97-AF65-F5344CB8AC3E}">
        <p14:creationId xmlns:p14="http://schemas.microsoft.com/office/powerpoint/2010/main" val="4126463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729113"/>
            <a:ext cx="5400000" cy="3600000"/>
          </a:xfrm>
          <a:noFill/>
        </p:spPr>
        <p:txBody>
          <a:bodyPr tIns="0" bIns="72000" anchor="b"/>
          <a:lstStyle>
            <a:lvl1pPr algn="l">
              <a:lnSpc>
                <a:spcPct val="100000"/>
              </a:lnSpc>
              <a:defRPr sz="3200">
                <a:solidFill>
                  <a:srgbClr val="FF1243"/>
                </a:solidFill>
                <a:latin typeface="+mn-lt"/>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D8E30F04-5BFA-4CD7-919B-F181C8844131}"/>
              </a:ext>
            </a:extLst>
          </p:cNvPr>
          <p:cNvSpPr>
            <a:spLocks noGrp="1"/>
          </p:cNvSpPr>
          <p:nvPr>
            <p:ph type="subTitle" idx="1"/>
          </p:nvPr>
        </p:nvSpPr>
        <p:spPr>
          <a:xfrm>
            <a:off x="694800" y="4508499"/>
            <a:ext cx="5401200" cy="1260475"/>
          </a:xfrm>
        </p:spPr>
        <p:txBody>
          <a:bodyPr/>
          <a:lstStyle>
            <a:lvl1pPr marL="0" indent="0" algn="l">
              <a:spcBef>
                <a:spcPts val="0"/>
              </a:spcBef>
              <a:spcAft>
                <a:spcPts val="0"/>
              </a:spcAft>
              <a:buNone/>
              <a:defRPr sz="16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pic>
        <p:nvPicPr>
          <p:cNvPr id="3" name="Graphic 2">
            <a:extLst>
              <a:ext uri="{FF2B5EF4-FFF2-40B4-BE49-F238E27FC236}">
                <a16:creationId xmlns:a16="http://schemas.microsoft.com/office/drawing/2014/main" id="{CEF1D22E-DF9C-3DB5-9CFE-D4EE4F864FB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graphicFrame>
        <p:nvGraphicFramePr>
          <p:cNvPr id="4" name="Table 3">
            <a:extLst>
              <a:ext uri="{FF2B5EF4-FFF2-40B4-BE49-F238E27FC236}">
                <a16:creationId xmlns:a16="http://schemas.microsoft.com/office/drawing/2014/main" id="{68800882-A49F-60C4-D136-0B02D7652C32}"/>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Tree>
    <p:extLst>
      <p:ext uri="{BB962C8B-B14F-4D97-AF65-F5344CB8AC3E}">
        <p14:creationId xmlns:p14="http://schemas.microsoft.com/office/powerpoint/2010/main" val="487255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green">
    <p:bg>
      <p:bgPr>
        <a:solidFill>
          <a:srgbClr val="E6FAE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728663"/>
            <a:ext cx="5400000" cy="3600000"/>
          </a:xfrm>
          <a:noFill/>
        </p:spPr>
        <p:txBody>
          <a:bodyPr tIns="0" bIns="72000" anchor="b"/>
          <a:lstStyle>
            <a:lvl1pPr algn="l">
              <a:lnSpc>
                <a:spcPct val="100000"/>
              </a:lnSpc>
              <a:defRPr sz="3200">
                <a:solidFill>
                  <a:schemeClr val="accent6"/>
                </a:solidFill>
                <a:latin typeface="+mn-lt"/>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CA2289D4-5003-4DB9-BA05-97706D7704EC}"/>
              </a:ext>
            </a:extLst>
          </p:cNvPr>
          <p:cNvSpPr>
            <a:spLocks noGrp="1"/>
          </p:cNvSpPr>
          <p:nvPr>
            <p:ph type="subTitle" idx="1"/>
          </p:nvPr>
        </p:nvSpPr>
        <p:spPr>
          <a:xfrm>
            <a:off x="694800" y="4508499"/>
            <a:ext cx="5401200" cy="1260475"/>
          </a:xfrm>
        </p:spPr>
        <p:txBody>
          <a:bodyPr/>
          <a:lstStyle>
            <a:lvl1pPr marL="0" indent="0" algn="l">
              <a:spcBef>
                <a:spcPts val="0"/>
              </a:spcBef>
              <a:spcAft>
                <a:spcPts val="0"/>
              </a:spcAft>
              <a:buNone/>
              <a:defRPr sz="16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pic>
        <p:nvPicPr>
          <p:cNvPr id="3" name="Graphic 2">
            <a:extLst>
              <a:ext uri="{FF2B5EF4-FFF2-40B4-BE49-F238E27FC236}">
                <a16:creationId xmlns:a16="http://schemas.microsoft.com/office/drawing/2014/main" id="{BA93B5CC-8C08-1E4B-63AD-5C860A1E85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graphicFrame>
        <p:nvGraphicFramePr>
          <p:cNvPr id="4" name="Table 3">
            <a:extLst>
              <a:ext uri="{FF2B5EF4-FFF2-40B4-BE49-F238E27FC236}">
                <a16:creationId xmlns:a16="http://schemas.microsoft.com/office/drawing/2014/main" id="{EE7378FB-79CF-3042-0118-AEAD0351F240}"/>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Tree>
    <p:extLst>
      <p:ext uri="{BB962C8B-B14F-4D97-AF65-F5344CB8AC3E}">
        <p14:creationId xmlns:p14="http://schemas.microsoft.com/office/powerpoint/2010/main" val="4265976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wood">
    <p:bg>
      <p:bgPr>
        <a:solidFill>
          <a:srgbClr val="FFE7D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4" y="728663"/>
            <a:ext cx="5400675" cy="3600449"/>
          </a:xfrm>
          <a:noFill/>
        </p:spPr>
        <p:txBody>
          <a:bodyPr tIns="0" bIns="72000" anchor="b"/>
          <a:lstStyle>
            <a:lvl1pPr algn="l">
              <a:lnSpc>
                <a:spcPct val="100000"/>
              </a:lnSpc>
              <a:defRPr sz="3200">
                <a:solidFill>
                  <a:srgbClr val="FF1243"/>
                </a:solidFill>
                <a:latin typeface="+mn-lt"/>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CA2289D4-5003-4DB9-BA05-97706D7704EC}"/>
              </a:ext>
            </a:extLst>
          </p:cNvPr>
          <p:cNvSpPr>
            <a:spLocks noGrp="1"/>
          </p:cNvSpPr>
          <p:nvPr>
            <p:ph type="subTitle" idx="1"/>
          </p:nvPr>
        </p:nvSpPr>
        <p:spPr>
          <a:xfrm>
            <a:off x="694800" y="4508499"/>
            <a:ext cx="5401200" cy="1260475"/>
          </a:xfrm>
        </p:spPr>
        <p:txBody>
          <a:bodyPr/>
          <a:lstStyle>
            <a:lvl1pPr marL="0" indent="0" algn="l">
              <a:spcBef>
                <a:spcPts val="0"/>
              </a:spcBef>
              <a:spcAft>
                <a:spcPts val="0"/>
              </a:spcAft>
              <a:buNone/>
              <a:defRPr sz="16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pic>
        <p:nvPicPr>
          <p:cNvPr id="3" name="Graphic 2">
            <a:extLst>
              <a:ext uri="{FF2B5EF4-FFF2-40B4-BE49-F238E27FC236}">
                <a16:creationId xmlns:a16="http://schemas.microsoft.com/office/drawing/2014/main" id="{E63DA37F-D970-E504-1086-E36740A4D6B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graphicFrame>
        <p:nvGraphicFramePr>
          <p:cNvPr id="4" name="Table 3">
            <a:extLst>
              <a:ext uri="{FF2B5EF4-FFF2-40B4-BE49-F238E27FC236}">
                <a16:creationId xmlns:a16="http://schemas.microsoft.com/office/drawing/2014/main" id="{608FD354-7C77-241B-953E-7923224284A6}"/>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Tree>
    <p:extLst>
      <p:ext uri="{BB962C8B-B14F-4D97-AF65-F5344CB8AC3E}">
        <p14:creationId xmlns:p14="http://schemas.microsoft.com/office/powerpoint/2010/main" val="2585820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slate">
    <p:bg>
      <p:bgPr>
        <a:solidFill>
          <a:srgbClr val="24374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729113"/>
            <a:ext cx="5400000" cy="3600000"/>
          </a:xfrm>
          <a:noFill/>
        </p:spPr>
        <p:txBody>
          <a:bodyPr tIns="0" bIns="72000" anchor="b"/>
          <a:lstStyle>
            <a:lvl1pPr algn="l">
              <a:lnSpc>
                <a:spcPct val="100000"/>
              </a:lnSpc>
              <a:defRPr sz="3200">
                <a:solidFill>
                  <a:srgbClr val="FF1243"/>
                </a:solidFill>
                <a:latin typeface="+mn-lt"/>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F5136A9E-1D77-433D-9BC7-E4443525AFD7}"/>
              </a:ext>
            </a:extLst>
          </p:cNvPr>
          <p:cNvSpPr>
            <a:spLocks noGrp="1"/>
          </p:cNvSpPr>
          <p:nvPr>
            <p:ph type="subTitle" idx="1"/>
          </p:nvPr>
        </p:nvSpPr>
        <p:spPr>
          <a:xfrm>
            <a:off x="694800" y="4508499"/>
            <a:ext cx="5400000" cy="1260475"/>
          </a:xfrm>
        </p:spPr>
        <p:txBody>
          <a:bodyPr/>
          <a:lstStyle>
            <a:lvl1pPr marL="0" indent="0" algn="l">
              <a:spcBef>
                <a:spcPts val="0"/>
              </a:spcBef>
              <a:spcAft>
                <a:spcPts val="0"/>
              </a:spcAft>
              <a:buNone/>
              <a:defRPr sz="16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pic>
        <p:nvPicPr>
          <p:cNvPr id="3" name="Graphic 2">
            <a:extLst>
              <a:ext uri="{FF2B5EF4-FFF2-40B4-BE49-F238E27FC236}">
                <a16:creationId xmlns:a16="http://schemas.microsoft.com/office/drawing/2014/main" id="{0936FAB5-0D5A-3D46-9B10-F8BE90DF95C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graphicFrame>
        <p:nvGraphicFramePr>
          <p:cNvPr id="4" name="Table 3">
            <a:extLst>
              <a:ext uri="{FF2B5EF4-FFF2-40B4-BE49-F238E27FC236}">
                <a16:creationId xmlns:a16="http://schemas.microsoft.com/office/drawing/2014/main" id="{224664B0-9A7D-2F4D-C9A2-4558354F83BD}"/>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Tree>
    <p:extLst>
      <p:ext uri="{BB962C8B-B14F-4D97-AF65-F5344CB8AC3E}">
        <p14:creationId xmlns:p14="http://schemas.microsoft.com/office/powerpoint/2010/main" val="3733977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Dark image">
    <p:bg>
      <p:bgPr>
        <a:solidFill>
          <a:schemeClr val="bg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6000" y="729113"/>
            <a:ext cx="5400000" cy="3600000"/>
          </a:xfrm>
        </p:spPr>
        <p:txBody>
          <a:bodyPr tIns="0" bIns="72000" anchor="b"/>
          <a:lstStyle>
            <a:lvl1pPr algn="l">
              <a:lnSpc>
                <a:spcPct val="100000"/>
              </a:lnSpc>
              <a:defRPr sz="3200">
                <a:solidFill>
                  <a:schemeClr val="bg1"/>
                </a:solidFill>
                <a:latin typeface="+mn-lt"/>
              </a:defRPr>
            </a:lvl1pPr>
          </a:lstStyle>
          <a:p>
            <a:r>
              <a:rPr lang="en-US" noProof="0"/>
              <a:t>Click to edit Master title style</a:t>
            </a:r>
            <a:endParaRPr lang="en-GB" noProof="0"/>
          </a:p>
        </p:txBody>
      </p:sp>
      <p:sp>
        <p:nvSpPr>
          <p:cNvPr id="4" name="imageSlide" hidden="1">
            <a:extLst>
              <a:ext uri="{FF2B5EF4-FFF2-40B4-BE49-F238E27FC236}">
                <a16:creationId xmlns:a16="http://schemas.microsoft.com/office/drawing/2014/main" id="{223DF67C-B2C0-4D3F-B59F-8AB119B6729D}"/>
              </a:ext>
            </a:extLst>
          </p:cNvPr>
          <p:cNvSpPr/>
          <p:nvPr userDrawn="1"/>
        </p:nvSpPr>
        <p:spPr>
          <a:xfrm>
            <a:off x="995680" y="180796"/>
            <a:ext cx="782320" cy="42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Undertittel 2">
            <a:extLst>
              <a:ext uri="{FF2B5EF4-FFF2-40B4-BE49-F238E27FC236}">
                <a16:creationId xmlns:a16="http://schemas.microsoft.com/office/drawing/2014/main" id="{4C73CA65-0E28-4A2B-9830-7E41A5ABE94B}"/>
              </a:ext>
            </a:extLst>
          </p:cNvPr>
          <p:cNvSpPr>
            <a:spLocks noGrp="1"/>
          </p:cNvSpPr>
          <p:nvPr>
            <p:ph type="subTitle" idx="1"/>
          </p:nvPr>
        </p:nvSpPr>
        <p:spPr>
          <a:xfrm>
            <a:off x="694800" y="4508500"/>
            <a:ext cx="5400000" cy="1260474"/>
          </a:xfrm>
        </p:spPr>
        <p:txBody>
          <a:bodyPr/>
          <a:lstStyle>
            <a:lvl1pPr marL="0" indent="0" algn="l">
              <a:spcBef>
                <a:spcPts val="0"/>
              </a:spcBef>
              <a:spcAft>
                <a:spcPts val="0"/>
              </a:spcAft>
              <a:buNone/>
              <a:defRPr sz="16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pic>
        <p:nvPicPr>
          <p:cNvPr id="3" name="Graphic 2">
            <a:extLst>
              <a:ext uri="{FF2B5EF4-FFF2-40B4-BE49-F238E27FC236}">
                <a16:creationId xmlns:a16="http://schemas.microsoft.com/office/drawing/2014/main" id="{8D72F4D2-1C3C-FE69-CC00-6F5B9CE4179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graphicFrame>
        <p:nvGraphicFramePr>
          <p:cNvPr id="5" name="Table 4">
            <a:extLst>
              <a:ext uri="{FF2B5EF4-FFF2-40B4-BE49-F238E27FC236}">
                <a16:creationId xmlns:a16="http://schemas.microsoft.com/office/drawing/2014/main" id="{199A4CB3-EDF5-714F-3CC4-83635FB6C30E}"/>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Tree>
    <p:extLst>
      <p:ext uri="{BB962C8B-B14F-4D97-AF65-F5344CB8AC3E}">
        <p14:creationId xmlns:p14="http://schemas.microsoft.com/office/powerpoint/2010/main" val="43819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Light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4" y="729113"/>
            <a:ext cx="5400000" cy="3600000"/>
          </a:xfrm>
        </p:spPr>
        <p:txBody>
          <a:bodyPr tIns="0" bIns="72000" anchor="b"/>
          <a:lstStyle>
            <a:lvl1pPr algn="l">
              <a:lnSpc>
                <a:spcPct val="100000"/>
              </a:lnSpc>
              <a:defRPr sz="3200">
                <a:solidFill>
                  <a:srgbClr val="FF1243"/>
                </a:solidFill>
                <a:latin typeface="+mn-lt"/>
              </a:defRPr>
            </a:lvl1pPr>
          </a:lstStyle>
          <a:p>
            <a:r>
              <a:rPr lang="en-US" noProof="0"/>
              <a:t>Click to edit Master title style</a:t>
            </a:r>
            <a:endParaRPr lang="en-GB" noProof="0"/>
          </a:p>
        </p:txBody>
      </p:sp>
      <p:sp>
        <p:nvSpPr>
          <p:cNvPr id="7" name="imageSlide" hidden="1">
            <a:extLst>
              <a:ext uri="{FF2B5EF4-FFF2-40B4-BE49-F238E27FC236}">
                <a16:creationId xmlns:a16="http://schemas.microsoft.com/office/drawing/2014/main" id="{03A0DBB0-FFD4-4EE1-8049-02A1360D68B5}"/>
              </a:ext>
            </a:extLst>
          </p:cNvPr>
          <p:cNvSpPr/>
          <p:nvPr userDrawn="1"/>
        </p:nvSpPr>
        <p:spPr>
          <a:xfrm>
            <a:off x="995680" y="180796"/>
            <a:ext cx="782320" cy="42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Undertittel 2">
            <a:extLst>
              <a:ext uri="{FF2B5EF4-FFF2-40B4-BE49-F238E27FC236}">
                <a16:creationId xmlns:a16="http://schemas.microsoft.com/office/drawing/2014/main" id="{283EC197-AC2F-4210-BB53-22D8D21BC123}"/>
              </a:ext>
            </a:extLst>
          </p:cNvPr>
          <p:cNvSpPr>
            <a:spLocks noGrp="1"/>
          </p:cNvSpPr>
          <p:nvPr>
            <p:ph type="subTitle" idx="1"/>
          </p:nvPr>
        </p:nvSpPr>
        <p:spPr>
          <a:xfrm>
            <a:off x="694800" y="4508500"/>
            <a:ext cx="5400000" cy="1260474"/>
          </a:xfrm>
        </p:spPr>
        <p:txBody>
          <a:bodyPr/>
          <a:lstStyle>
            <a:lvl1pPr marL="0" indent="0" algn="l">
              <a:spcBef>
                <a:spcPts val="0"/>
              </a:spcBef>
              <a:spcAft>
                <a:spcPts val="0"/>
              </a:spcAft>
              <a:buNone/>
              <a:defRPr sz="16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pic>
        <p:nvPicPr>
          <p:cNvPr id="3" name="Graphic 2">
            <a:extLst>
              <a:ext uri="{FF2B5EF4-FFF2-40B4-BE49-F238E27FC236}">
                <a16:creationId xmlns:a16="http://schemas.microsoft.com/office/drawing/2014/main" id="{9F7B2CEE-BFE9-44FE-1C23-1EF612C6217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graphicFrame>
        <p:nvGraphicFramePr>
          <p:cNvPr id="4" name="Table 3">
            <a:extLst>
              <a:ext uri="{FF2B5EF4-FFF2-40B4-BE49-F238E27FC236}">
                <a16:creationId xmlns:a16="http://schemas.microsoft.com/office/drawing/2014/main" id="{954935E4-A2DA-8EF5-C257-8479807BA01E}"/>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Tree>
    <p:extLst>
      <p:ext uri="{BB962C8B-B14F-4D97-AF65-F5344CB8AC3E}">
        <p14:creationId xmlns:p14="http://schemas.microsoft.com/office/powerpoint/2010/main" val="2556241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Title slide-whit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7C1F93C-087F-9303-15F2-563943419A4B}"/>
              </a:ext>
            </a:extLst>
          </p:cNvPr>
          <p:cNvSpPr/>
          <p:nvPr userDrawn="1"/>
        </p:nvSpPr>
        <p:spPr>
          <a:xfrm>
            <a:off x="3576000" y="0"/>
            <a:ext cx="8616000" cy="4689475"/>
          </a:xfrm>
          <a:prstGeom prst="rect">
            <a:avLst/>
          </a:prstGeom>
          <a:solidFill>
            <a:srgbClr val="86A7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5016499" y="1809750"/>
            <a:ext cx="4679501" cy="2519250"/>
          </a:xfrm>
          <a:noFill/>
        </p:spPr>
        <p:txBody>
          <a:bodyPr tIns="0" bIns="72000" anchor="b"/>
          <a:lstStyle>
            <a:lvl1pPr algn="l">
              <a:lnSpc>
                <a:spcPct val="100000"/>
              </a:lnSpc>
              <a:defRPr sz="3200">
                <a:solidFill>
                  <a:schemeClr val="bg2"/>
                </a:solidFill>
                <a:latin typeface="+mn-lt"/>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11186EE5-AECD-4CEC-A023-9347A1BFD171}"/>
              </a:ext>
            </a:extLst>
          </p:cNvPr>
          <p:cNvSpPr>
            <a:spLocks noGrp="1"/>
          </p:cNvSpPr>
          <p:nvPr userDrawn="1">
            <p:ph type="subTitle" idx="1"/>
          </p:nvPr>
        </p:nvSpPr>
        <p:spPr>
          <a:xfrm>
            <a:off x="5016500" y="4868864"/>
            <a:ext cx="4679500" cy="1296034"/>
          </a:xfrm>
        </p:spPr>
        <p:txBody>
          <a:bodyPr/>
          <a:lstStyle>
            <a:lvl1pPr marL="0" indent="0" algn="l">
              <a:spcBef>
                <a:spcPts val="0"/>
              </a:spcBef>
              <a:spcAft>
                <a:spcPts val="0"/>
              </a:spcAft>
              <a:buNone/>
              <a:defRPr sz="16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pic>
        <p:nvPicPr>
          <p:cNvPr id="43" name="Graphic 42">
            <a:extLst>
              <a:ext uri="{FF2B5EF4-FFF2-40B4-BE49-F238E27FC236}">
                <a16:creationId xmlns:a16="http://schemas.microsoft.com/office/drawing/2014/main" id="{CE96131C-B81B-4A9C-A64B-413F047F15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graphicFrame>
        <p:nvGraphicFramePr>
          <p:cNvPr id="5" name="Table 4">
            <a:extLst>
              <a:ext uri="{FF2B5EF4-FFF2-40B4-BE49-F238E27FC236}">
                <a16:creationId xmlns:a16="http://schemas.microsoft.com/office/drawing/2014/main" id="{C09896F2-0368-EE4A-5399-826098860953}"/>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
        <p:nvSpPr>
          <p:cNvPr id="6" name="Picture Placeholder 5">
            <a:extLst>
              <a:ext uri="{FF2B5EF4-FFF2-40B4-BE49-F238E27FC236}">
                <a16:creationId xmlns:a16="http://schemas.microsoft.com/office/drawing/2014/main" id="{FE4F4F81-E42F-5F3C-8E68-BF8D9F3E73DD}"/>
              </a:ext>
            </a:extLst>
          </p:cNvPr>
          <p:cNvSpPr>
            <a:spLocks noGrp="1"/>
          </p:cNvSpPr>
          <p:nvPr>
            <p:ph type="pic" sz="quarter" idx="10"/>
          </p:nvPr>
        </p:nvSpPr>
        <p:spPr>
          <a:xfrm>
            <a:off x="696000" y="728663"/>
            <a:ext cx="3780750" cy="5436235"/>
          </a:xfrm>
          <a:solidFill>
            <a:schemeClr val="bg1">
              <a:lumMod val="85000"/>
            </a:schemeClr>
          </a:solidFill>
        </p:spPr>
        <p:txBody>
          <a:bodyPr/>
          <a:lstStyle/>
          <a:p>
            <a:r>
              <a:rPr lang="en-US"/>
              <a:t>Click icon to add picture</a:t>
            </a:r>
            <a:endParaRPr lang="en-GB"/>
          </a:p>
        </p:txBody>
      </p:sp>
    </p:spTree>
    <p:extLst>
      <p:ext uri="{BB962C8B-B14F-4D97-AF65-F5344CB8AC3E}">
        <p14:creationId xmlns:p14="http://schemas.microsoft.com/office/powerpoint/2010/main" val="734097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2_Title slide-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5376000" y="1982788"/>
            <a:ext cx="4320000" cy="2519250"/>
          </a:xfrm>
          <a:noFill/>
        </p:spPr>
        <p:txBody>
          <a:bodyPr tIns="0" bIns="72000" anchor="b"/>
          <a:lstStyle>
            <a:lvl1pPr algn="l">
              <a:lnSpc>
                <a:spcPct val="100000"/>
              </a:lnSpc>
              <a:defRPr sz="3200">
                <a:solidFill>
                  <a:schemeClr val="accent1"/>
                </a:solidFill>
                <a:latin typeface="+mn-lt"/>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11186EE5-AECD-4CEC-A023-9347A1BFD171}"/>
              </a:ext>
            </a:extLst>
          </p:cNvPr>
          <p:cNvSpPr>
            <a:spLocks noGrp="1"/>
          </p:cNvSpPr>
          <p:nvPr userDrawn="1">
            <p:ph type="subTitle" idx="1"/>
          </p:nvPr>
        </p:nvSpPr>
        <p:spPr>
          <a:xfrm>
            <a:off x="5375500" y="4868863"/>
            <a:ext cx="4320500" cy="1296034"/>
          </a:xfrm>
        </p:spPr>
        <p:txBody>
          <a:bodyPr/>
          <a:lstStyle>
            <a:lvl1pPr marL="0" indent="0" algn="l">
              <a:spcBef>
                <a:spcPts val="0"/>
              </a:spcBef>
              <a:spcAft>
                <a:spcPts val="0"/>
              </a:spcAft>
              <a:buNone/>
              <a:defRPr sz="16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pic>
        <p:nvPicPr>
          <p:cNvPr id="43" name="Graphic 42">
            <a:extLst>
              <a:ext uri="{FF2B5EF4-FFF2-40B4-BE49-F238E27FC236}">
                <a16:creationId xmlns:a16="http://schemas.microsoft.com/office/drawing/2014/main" id="{CE96131C-B81B-4A9C-A64B-413F047F15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graphicFrame>
        <p:nvGraphicFramePr>
          <p:cNvPr id="5" name="Table 4">
            <a:extLst>
              <a:ext uri="{FF2B5EF4-FFF2-40B4-BE49-F238E27FC236}">
                <a16:creationId xmlns:a16="http://schemas.microsoft.com/office/drawing/2014/main" id="{C09896F2-0368-EE4A-5399-826098860953}"/>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
        <p:nvSpPr>
          <p:cNvPr id="6" name="Picture Placeholder 5">
            <a:extLst>
              <a:ext uri="{FF2B5EF4-FFF2-40B4-BE49-F238E27FC236}">
                <a16:creationId xmlns:a16="http://schemas.microsoft.com/office/drawing/2014/main" id="{FE4F4F81-E42F-5F3C-8E68-BF8D9F3E73DD}"/>
              </a:ext>
            </a:extLst>
          </p:cNvPr>
          <p:cNvSpPr>
            <a:spLocks noGrp="1"/>
          </p:cNvSpPr>
          <p:nvPr>
            <p:ph type="pic" sz="quarter" idx="10"/>
          </p:nvPr>
        </p:nvSpPr>
        <p:spPr>
          <a:xfrm>
            <a:off x="0" y="0"/>
            <a:ext cx="4476750" cy="6858000"/>
          </a:xfrm>
          <a:solidFill>
            <a:schemeClr val="bg1">
              <a:lumMod val="85000"/>
            </a:schemeClr>
          </a:solidFill>
        </p:spPr>
        <p:txBody>
          <a:bodyPr/>
          <a:lstStyle/>
          <a:p>
            <a:r>
              <a:rPr lang="en-US"/>
              <a:t>Click icon to add picture</a:t>
            </a:r>
            <a:endParaRPr lang="en-GB"/>
          </a:p>
        </p:txBody>
      </p:sp>
    </p:spTree>
    <p:extLst>
      <p:ext uri="{BB962C8B-B14F-4D97-AF65-F5344CB8AC3E}">
        <p14:creationId xmlns:p14="http://schemas.microsoft.com/office/powerpoint/2010/main" val="2154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Title slide-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1056000" y="4508501"/>
            <a:ext cx="8640000" cy="539750"/>
          </a:xfrm>
          <a:noFill/>
        </p:spPr>
        <p:txBody>
          <a:bodyPr tIns="0" bIns="72000" anchor="t"/>
          <a:lstStyle>
            <a:lvl1pPr algn="l">
              <a:lnSpc>
                <a:spcPct val="100000"/>
              </a:lnSpc>
              <a:defRPr sz="3200">
                <a:solidFill>
                  <a:schemeClr val="accent1"/>
                </a:solidFill>
                <a:latin typeface="+mn-lt"/>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11186EE5-AECD-4CEC-A023-9347A1BFD171}"/>
              </a:ext>
            </a:extLst>
          </p:cNvPr>
          <p:cNvSpPr>
            <a:spLocks noGrp="1"/>
          </p:cNvSpPr>
          <p:nvPr userDrawn="1">
            <p:ph type="subTitle" idx="1"/>
          </p:nvPr>
        </p:nvSpPr>
        <p:spPr>
          <a:xfrm>
            <a:off x="1054774" y="5229225"/>
            <a:ext cx="8639999" cy="719138"/>
          </a:xfrm>
        </p:spPr>
        <p:txBody>
          <a:bodyPr/>
          <a:lstStyle>
            <a:lvl1pPr marL="0" indent="0" algn="l">
              <a:spcBef>
                <a:spcPts val="0"/>
              </a:spcBef>
              <a:spcAft>
                <a:spcPts val="0"/>
              </a:spcAft>
              <a:buNone/>
              <a:defRPr sz="16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graphicFrame>
        <p:nvGraphicFramePr>
          <p:cNvPr id="5" name="Table 4">
            <a:extLst>
              <a:ext uri="{FF2B5EF4-FFF2-40B4-BE49-F238E27FC236}">
                <a16:creationId xmlns:a16="http://schemas.microsoft.com/office/drawing/2014/main" id="{C09896F2-0368-EE4A-5399-826098860953}"/>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
        <p:nvSpPr>
          <p:cNvPr id="6" name="Picture Placeholder 5">
            <a:extLst>
              <a:ext uri="{FF2B5EF4-FFF2-40B4-BE49-F238E27FC236}">
                <a16:creationId xmlns:a16="http://schemas.microsoft.com/office/drawing/2014/main" id="{FE4F4F81-E42F-5F3C-8E68-BF8D9F3E73DD}"/>
              </a:ext>
            </a:extLst>
          </p:cNvPr>
          <p:cNvSpPr>
            <a:spLocks noGrp="1"/>
          </p:cNvSpPr>
          <p:nvPr>
            <p:ph type="pic" sz="quarter" idx="10"/>
          </p:nvPr>
        </p:nvSpPr>
        <p:spPr>
          <a:xfrm>
            <a:off x="0" y="0"/>
            <a:ext cx="12192000" cy="4149000"/>
          </a:xfrm>
          <a:solidFill>
            <a:schemeClr val="bg1">
              <a:lumMod val="85000"/>
            </a:schemeClr>
          </a:solidFill>
        </p:spPr>
        <p:txBody>
          <a:bodyPr/>
          <a:lstStyle/>
          <a:p>
            <a:r>
              <a:rPr lang="en-US"/>
              <a:t>Click icon to add picture</a:t>
            </a:r>
            <a:endParaRPr lang="en-GB"/>
          </a:p>
        </p:txBody>
      </p:sp>
      <p:pic>
        <p:nvPicPr>
          <p:cNvPr id="43" name="Graphic 42">
            <a:extLst>
              <a:ext uri="{FF2B5EF4-FFF2-40B4-BE49-F238E27FC236}">
                <a16:creationId xmlns:a16="http://schemas.microsoft.com/office/drawing/2014/main" id="{CE96131C-B81B-4A9C-A64B-413F047F15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spTree>
    <p:extLst>
      <p:ext uri="{BB962C8B-B14F-4D97-AF65-F5344CB8AC3E}">
        <p14:creationId xmlns:p14="http://schemas.microsoft.com/office/powerpoint/2010/main" val="562083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4_Title slide-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1089025"/>
            <a:ext cx="3781113" cy="1266424"/>
          </a:xfrm>
          <a:noFill/>
        </p:spPr>
        <p:txBody>
          <a:bodyPr tIns="0" bIns="72000" anchor="t"/>
          <a:lstStyle>
            <a:lvl1pPr algn="l">
              <a:lnSpc>
                <a:spcPct val="100000"/>
              </a:lnSpc>
              <a:defRPr sz="3200">
                <a:solidFill>
                  <a:schemeClr val="accent1"/>
                </a:solidFill>
                <a:latin typeface="+mn-lt"/>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11186EE5-AECD-4CEC-A023-9347A1BFD171}"/>
              </a:ext>
            </a:extLst>
          </p:cNvPr>
          <p:cNvSpPr>
            <a:spLocks noGrp="1"/>
          </p:cNvSpPr>
          <p:nvPr userDrawn="1">
            <p:ph type="subTitle" idx="1"/>
          </p:nvPr>
        </p:nvSpPr>
        <p:spPr>
          <a:xfrm>
            <a:off x="694099" y="2355449"/>
            <a:ext cx="8639999" cy="719138"/>
          </a:xfrm>
        </p:spPr>
        <p:txBody>
          <a:bodyPr/>
          <a:lstStyle>
            <a:lvl1pPr marL="0" indent="0" algn="l">
              <a:spcBef>
                <a:spcPts val="0"/>
              </a:spcBef>
              <a:spcAft>
                <a:spcPts val="0"/>
              </a:spcAft>
              <a:buNone/>
              <a:defRPr sz="16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graphicFrame>
        <p:nvGraphicFramePr>
          <p:cNvPr id="5" name="Table 4">
            <a:extLst>
              <a:ext uri="{FF2B5EF4-FFF2-40B4-BE49-F238E27FC236}">
                <a16:creationId xmlns:a16="http://schemas.microsoft.com/office/drawing/2014/main" id="{C09896F2-0368-EE4A-5399-826098860953}"/>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
        <p:nvSpPr>
          <p:cNvPr id="6" name="Picture Placeholder 5">
            <a:extLst>
              <a:ext uri="{FF2B5EF4-FFF2-40B4-BE49-F238E27FC236}">
                <a16:creationId xmlns:a16="http://schemas.microsoft.com/office/drawing/2014/main" id="{FE4F4F81-E42F-5F3C-8E68-BF8D9F3E73DD}"/>
              </a:ext>
            </a:extLst>
          </p:cNvPr>
          <p:cNvSpPr>
            <a:spLocks noGrp="1"/>
          </p:cNvSpPr>
          <p:nvPr>
            <p:ph type="pic" sz="quarter" idx="10"/>
          </p:nvPr>
        </p:nvSpPr>
        <p:spPr>
          <a:xfrm>
            <a:off x="694099" y="3249612"/>
            <a:ext cx="10801902" cy="3608387"/>
          </a:xfrm>
          <a:solidFill>
            <a:schemeClr val="bg1">
              <a:lumMod val="85000"/>
            </a:schemeClr>
          </a:solidFill>
        </p:spPr>
        <p:txBody>
          <a:bodyPr/>
          <a:lstStyle/>
          <a:p>
            <a:r>
              <a:rPr lang="en-US"/>
              <a:t>Click icon to add picture</a:t>
            </a:r>
            <a:endParaRPr lang="en-GB"/>
          </a:p>
        </p:txBody>
      </p:sp>
      <p:pic>
        <p:nvPicPr>
          <p:cNvPr id="43" name="Graphic 42">
            <a:extLst>
              <a:ext uri="{FF2B5EF4-FFF2-40B4-BE49-F238E27FC236}">
                <a16:creationId xmlns:a16="http://schemas.microsoft.com/office/drawing/2014/main" id="{CE96131C-B81B-4A9C-A64B-413F047F15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spTree>
    <p:extLst>
      <p:ext uri="{BB962C8B-B14F-4D97-AF65-F5344CB8AC3E}">
        <p14:creationId xmlns:p14="http://schemas.microsoft.com/office/powerpoint/2010/main" val="7809392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04056-C69C-4FBC-AE58-E44496D28FA2}"/>
              </a:ext>
            </a:extLst>
          </p:cNvPr>
          <p:cNvSpPr>
            <a:spLocks noGrp="1"/>
          </p:cNvSpPr>
          <p:nvPr>
            <p:ph type="title"/>
          </p:nvPr>
        </p:nvSpPr>
        <p:spPr>
          <a:xfrm>
            <a:off x="695324" y="909638"/>
            <a:ext cx="10802026" cy="539359"/>
          </a:xfrm>
        </p:spPr>
        <p:txBody>
          <a:bodyPr anchor="t"/>
          <a:lstStyle>
            <a:lvl1pPr>
              <a:defRPr>
                <a:solidFill>
                  <a:srgbClr val="243746"/>
                </a:solidFill>
              </a:defRPr>
            </a:lvl1pPr>
          </a:lstStyle>
          <a:p>
            <a:r>
              <a:rPr lang="en-US" noProof="0"/>
              <a:t>Click to edit Master title style</a:t>
            </a:r>
            <a:endParaRPr lang="en-GB" noProof="0"/>
          </a:p>
        </p:txBody>
      </p:sp>
      <p:sp>
        <p:nvSpPr>
          <p:cNvPr id="3" name="Content Placeholder 2">
            <a:extLst>
              <a:ext uri="{FF2B5EF4-FFF2-40B4-BE49-F238E27FC236}">
                <a16:creationId xmlns:a16="http://schemas.microsoft.com/office/drawing/2014/main" id="{69FFE683-C623-4C3E-8A1E-D0CBFFA36A69}"/>
              </a:ext>
            </a:extLst>
          </p:cNvPr>
          <p:cNvSpPr>
            <a:spLocks noGrp="1"/>
          </p:cNvSpPr>
          <p:nvPr>
            <p:ph idx="1"/>
          </p:nvPr>
        </p:nvSpPr>
        <p:spPr>
          <a:xfrm>
            <a:off x="698359" y="1809000"/>
            <a:ext cx="10800000" cy="4320338"/>
          </a:xfrm>
        </p:spPr>
        <p:txBody>
          <a:bodyPr/>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9" name="Slide Number Placeholder 19">
            <a:extLst>
              <a:ext uri="{FF2B5EF4-FFF2-40B4-BE49-F238E27FC236}">
                <a16:creationId xmlns:a16="http://schemas.microsoft.com/office/drawing/2014/main" id="{50A219CA-56C7-4FC0-AF3C-443253982630}"/>
              </a:ext>
            </a:extLst>
          </p:cNvPr>
          <p:cNvSpPr>
            <a:spLocks noGrp="1" noRot="1" noMove="1" noResize="1" noEditPoints="1" noAdjustHandles="1" noChangeArrowheads="1" noChangeShapeType="1"/>
          </p:cNvSpPr>
          <p:nvPr>
            <p:ph type="sldNum" sz="quarter" idx="12"/>
          </p:nvPr>
        </p:nvSpPr>
        <p:spPr>
          <a:xfrm>
            <a:off x="695324" y="6559200"/>
            <a:ext cx="245260" cy="217625"/>
          </a:xfrm>
          <a:prstGeom prst="rect">
            <a:avLst/>
          </a:prstGeom>
        </p:spPr>
        <p:txBody>
          <a:bodyPr anchor="t"/>
          <a:lstStyle/>
          <a:p>
            <a:fld id="{5D1E5300-FC0F-4317-A193-EF6CE9E6F7B5}" type="slidenum">
              <a:rPr lang="en-GB" smtClean="0"/>
              <a:pPr/>
              <a:t>‹#›</a:t>
            </a:fld>
            <a:r>
              <a:rPr lang="en-GB"/>
              <a:t>  |  </a:t>
            </a:r>
            <a:endParaRPr lang="en-GB" noProof="0"/>
          </a:p>
        </p:txBody>
      </p:sp>
      <p:cxnSp>
        <p:nvCxnSpPr>
          <p:cNvPr id="4" name="Footer line">
            <a:extLst>
              <a:ext uri="{FF2B5EF4-FFF2-40B4-BE49-F238E27FC236}">
                <a16:creationId xmlns:a16="http://schemas.microsoft.com/office/drawing/2014/main" id="{75FC345E-DEFA-21C8-C25F-335A754DDC2B}"/>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79651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2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CF340-8562-4337-AC99-60EBFF7D663B}"/>
              </a:ext>
            </a:extLst>
          </p:cNvPr>
          <p:cNvSpPr>
            <a:spLocks noGrp="1"/>
          </p:cNvSpPr>
          <p:nvPr>
            <p:ph type="title"/>
          </p:nvPr>
        </p:nvSpPr>
        <p:spPr>
          <a:xfrm>
            <a:off x="695323" y="910026"/>
            <a:ext cx="10800000" cy="539362"/>
          </a:xfrm>
        </p:spPr>
        <p:txBody>
          <a:bodyPr tIns="72000" anchor="t"/>
          <a:lstStyle>
            <a:lvl1pPr>
              <a:defRPr>
                <a:solidFill>
                  <a:srgbClr val="243746"/>
                </a:solidFill>
              </a:defRPr>
            </a:lvl1pPr>
          </a:lstStyle>
          <a:p>
            <a:r>
              <a:rPr lang="en-US" noProof="0"/>
              <a:t>Click to edit Master title style</a:t>
            </a:r>
            <a:endParaRPr lang="en-GB" noProof="0"/>
          </a:p>
        </p:txBody>
      </p:sp>
      <p:sp>
        <p:nvSpPr>
          <p:cNvPr id="3" name="Content Placeholder 2">
            <a:extLst>
              <a:ext uri="{FF2B5EF4-FFF2-40B4-BE49-F238E27FC236}">
                <a16:creationId xmlns:a16="http://schemas.microsoft.com/office/drawing/2014/main" id="{923CEEBF-586D-454D-88EE-A658145444B2}"/>
              </a:ext>
            </a:extLst>
          </p:cNvPr>
          <p:cNvSpPr>
            <a:spLocks noGrp="1"/>
          </p:cNvSpPr>
          <p:nvPr>
            <p:ph sz="half" idx="1" hasCustomPrompt="1"/>
          </p:nvPr>
        </p:nvSpPr>
        <p:spPr>
          <a:xfrm>
            <a:off x="695326" y="1809750"/>
            <a:ext cx="5040000" cy="4320000"/>
          </a:xfrm>
        </p:spPr>
        <p:txBody>
          <a:bodyPr r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4" name="Content Placeholder 3">
            <a:extLst>
              <a:ext uri="{FF2B5EF4-FFF2-40B4-BE49-F238E27FC236}">
                <a16:creationId xmlns:a16="http://schemas.microsoft.com/office/drawing/2014/main" id="{7C9542C3-B055-4FCA-9F98-B79594662E29}"/>
              </a:ext>
            </a:extLst>
          </p:cNvPr>
          <p:cNvSpPr>
            <a:spLocks noGrp="1"/>
          </p:cNvSpPr>
          <p:nvPr>
            <p:ph sz="half" idx="2" hasCustomPrompt="1"/>
          </p:nvPr>
        </p:nvSpPr>
        <p:spPr>
          <a:xfrm>
            <a:off x="6454800" y="1809750"/>
            <a:ext cx="5040000" cy="4320000"/>
          </a:xfrm>
        </p:spPr>
        <p:txBody>
          <a:bodyPr l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9" name="Slide Number Placeholder 19">
            <a:extLst>
              <a:ext uri="{FF2B5EF4-FFF2-40B4-BE49-F238E27FC236}">
                <a16:creationId xmlns:a16="http://schemas.microsoft.com/office/drawing/2014/main" id="{58A78EE1-E17C-46F7-8814-5155A1C7169D}"/>
              </a:ext>
            </a:extLst>
          </p:cNvPr>
          <p:cNvSpPr>
            <a:spLocks noGrp="1" noRot="1" noMove="1" noResize="1" noEditPoints="1" noAdjustHandles="1" noChangeArrowheads="1" noChangeShapeType="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cxnSp>
        <p:nvCxnSpPr>
          <p:cNvPr id="5" name="Footer line">
            <a:extLst>
              <a:ext uri="{FF2B5EF4-FFF2-40B4-BE49-F238E27FC236}">
                <a16:creationId xmlns:a16="http://schemas.microsoft.com/office/drawing/2014/main" id="{B88EF2B1-5D15-AC57-C3A7-7CE4A3E13ED2}"/>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75422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CF340-8562-4337-AC99-60EBFF7D663B}"/>
              </a:ext>
            </a:extLst>
          </p:cNvPr>
          <p:cNvSpPr>
            <a:spLocks noGrp="1"/>
          </p:cNvSpPr>
          <p:nvPr>
            <p:ph type="title"/>
          </p:nvPr>
        </p:nvSpPr>
        <p:spPr/>
        <p:txBody>
          <a:bodyPr tIns="72000" anchor="t"/>
          <a:lstStyle>
            <a:lvl1pPr>
              <a:defRPr>
                <a:solidFill>
                  <a:srgbClr val="243746"/>
                </a:solidFill>
              </a:defRPr>
            </a:lvl1pPr>
          </a:lstStyle>
          <a:p>
            <a:r>
              <a:rPr lang="en-US" noProof="0"/>
              <a:t>Click to edit Master title style</a:t>
            </a:r>
            <a:endParaRPr lang="en-GB" noProof="0"/>
          </a:p>
        </p:txBody>
      </p:sp>
      <p:sp>
        <p:nvSpPr>
          <p:cNvPr id="3" name="Content Placeholder 2">
            <a:extLst>
              <a:ext uri="{FF2B5EF4-FFF2-40B4-BE49-F238E27FC236}">
                <a16:creationId xmlns:a16="http://schemas.microsoft.com/office/drawing/2014/main" id="{923CEEBF-586D-454D-88EE-A658145444B2}"/>
              </a:ext>
            </a:extLst>
          </p:cNvPr>
          <p:cNvSpPr>
            <a:spLocks noGrp="1"/>
          </p:cNvSpPr>
          <p:nvPr>
            <p:ph sz="half" idx="1" hasCustomPrompt="1"/>
          </p:nvPr>
        </p:nvSpPr>
        <p:spPr>
          <a:xfrm>
            <a:off x="695325" y="1809000"/>
            <a:ext cx="3240000" cy="4320000"/>
          </a:xfrm>
        </p:spPr>
        <p:txBody>
          <a:bodyPr r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4" name="Content Placeholder 3">
            <a:extLst>
              <a:ext uri="{FF2B5EF4-FFF2-40B4-BE49-F238E27FC236}">
                <a16:creationId xmlns:a16="http://schemas.microsoft.com/office/drawing/2014/main" id="{7C9542C3-B055-4FCA-9F98-B79594662E29}"/>
              </a:ext>
            </a:extLst>
          </p:cNvPr>
          <p:cNvSpPr>
            <a:spLocks noGrp="1"/>
          </p:cNvSpPr>
          <p:nvPr>
            <p:ph sz="half" idx="2" hasCustomPrompt="1"/>
          </p:nvPr>
        </p:nvSpPr>
        <p:spPr>
          <a:xfrm>
            <a:off x="8254800" y="1809000"/>
            <a:ext cx="3240000" cy="4320000"/>
          </a:xfrm>
        </p:spPr>
        <p:txBody>
          <a:bodyPr lIns="0" r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0" name="Content Placeholder 9">
            <a:extLst>
              <a:ext uri="{FF2B5EF4-FFF2-40B4-BE49-F238E27FC236}">
                <a16:creationId xmlns:a16="http://schemas.microsoft.com/office/drawing/2014/main" id="{6AB9CE00-B409-4DCF-A8B0-07E48E598F5B}"/>
              </a:ext>
            </a:extLst>
          </p:cNvPr>
          <p:cNvSpPr>
            <a:spLocks noGrp="1"/>
          </p:cNvSpPr>
          <p:nvPr>
            <p:ph sz="quarter" idx="13" hasCustomPrompt="1"/>
          </p:nvPr>
        </p:nvSpPr>
        <p:spPr>
          <a:xfrm>
            <a:off x="4476000" y="1809000"/>
            <a:ext cx="3240000" cy="4320000"/>
          </a:xfrm>
        </p:spPr>
        <p:txBody>
          <a:bodyPr lIns="0" r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1" name="Slide Number Placeholder 19">
            <a:extLst>
              <a:ext uri="{FF2B5EF4-FFF2-40B4-BE49-F238E27FC236}">
                <a16:creationId xmlns:a16="http://schemas.microsoft.com/office/drawing/2014/main" id="{3EAACCE9-428D-4665-9135-ACC3F08D070F}"/>
              </a:ext>
            </a:extLst>
          </p:cNvPr>
          <p:cNvSpPr>
            <a:spLocks noGrp="1" noRot="1" noMove="1" noResize="1" noEditPoints="1" noAdjustHandles="1" noChangeArrowheads="1" noChangeShapeType="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cxnSp>
        <p:nvCxnSpPr>
          <p:cNvPr id="5" name="Footer line">
            <a:extLst>
              <a:ext uri="{FF2B5EF4-FFF2-40B4-BE49-F238E27FC236}">
                <a16:creationId xmlns:a16="http://schemas.microsoft.com/office/drawing/2014/main" id="{7A018867-D415-47C1-72C3-ECD430F9B5FA}"/>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64100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Column-subtitl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B17FA0E-AA13-4C42-8188-620374EFB3E0}"/>
              </a:ext>
            </a:extLst>
          </p:cNvPr>
          <p:cNvSpPr>
            <a:spLocks noGrp="1"/>
          </p:cNvSpPr>
          <p:nvPr>
            <p:ph type="title"/>
          </p:nvPr>
        </p:nvSpPr>
        <p:spPr/>
        <p:txBody>
          <a:bodyPr tIns="72000"/>
          <a:lstStyle>
            <a:lvl1pPr>
              <a:defRPr>
                <a:solidFill>
                  <a:srgbClr val="243746"/>
                </a:solidFill>
              </a:defRPr>
            </a:lvl1pPr>
          </a:lstStyle>
          <a:p>
            <a:r>
              <a:rPr lang="en-US" noProof="0"/>
              <a:t>Click to edit Master title style</a:t>
            </a:r>
            <a:endParaRPr lang="en-GB" noProof="0"/>
          </a:p>
        </p:txBody>
      </p:sp>
      <p:sp>
        <p:nvSpPr>
          <p:cNvPr id="3" name="Plassholder for lysbildenummer 2">
            <a:extLst>
              <a:ext uri="{FF2B5EF4-FFF2-40B4-BE49-F238E27FC236}">
                <a16:creationId xmlns:a16="http://schemas.microsoft.com/office/drawing/2014/main" id="{543011A7-1579-467E-9777-CBD2ED66A949}"/>
              </a:ext>
            </a:extLst>
          </p:cNvPr>
          <p:cNvSpPr>
            <a:spLocks noGrp="1"/>
          </p:cNvSpPr>
          <p:nvPr>
            <p:ph type="sldNum" sz="quarter" idx="10"/>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sp>
        <p:nvSpPr>
          <p:cNvPr id="14" name="Plassholder for tekst 8">
            <a:extLst>
              <a:ext uri="{FF2B5EF4-FFF2-40B4-BE49-F238E27FC236}">
                <a16:creationId xmlns:a16="http://schemas.microsoft.com/office/drawing/2014/main" id="{8E74CE31-3457-4C54-9AC4-603EA7DF5777}"/>
              </a:ext>
            </a:extLst>
          </p:cNvPr>
          <p:cNvSpPr>
            <a:spLocks noGrp="1"/>
          </p:cNvSpPr>
          <p:nvPr>
            <p:ph type="body" sz="quarter" idx="17" hasCustomPrompt="1"/>
          </p:nvPr>
        </p:nvSpPr>
        <p:spPr>
          <a:xfrm>
            <a:off x="695324" y="2349724"/>
            <a:ext cx="3240000" cy="3780000"/>
          </a:xfrm>
        </p:spPr>
        <p:txBody>
          <a:bodyPr lIns="0" tIns="0" rIns="0"/>
          <a:lstStyle>
            <a:lvl1pPr>
              <a:defRPr sz="1400">
                <a:solidFill>
                  <a:srgbClr val="243746"/>
                </a:solidFill>
              </a:defRPr>
            </a:lvl1pPr>
            <a:lvl2pPr>
              <a:defRPr sz="1400">
                <a:solidFill>
                  <a:srgbClr val="243746"/>
                </a:solidFill>
              </a:defRPr>
            </a:lvl2pPr>
            <a:lvl3pPr>
              <a:defRPr sz="1400">
                <a:solidFill>
                  <a:srgbClr val="243746"/>
                </a:solidFill>
              </a:defRPr>
            </a:lvl3pPr>
            <a:lvl4pPr>
              <a:defRPr sz="1400">
                <a:solidFill>
                  <a:srgbClr val="243746"/>
                </a:solidFill>
              </a:defRPr>
            </a:lvl4pPr>
            <a:lvl5pPr>
              <a:defRPr sz="1400">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6" name="Plassholder for tekst 8">
            <a:extLst>
              <a:ext uri="{FF2B5EF4-FFF2-40B4-BE49-F238E27FC236}">
                <a16:creationId xmlns:a16="http://schemas.microsoft.com/office/drawing/2014/main" id="{007297FB-DFA9-41BB-AD98-EF67B10AFA8D}"/>
              </a:ext>
            </a:extLst>
          </p:cNvPr>
          <p:cNvSpPr>
            <a:spLocks noGrp="1"/>
          </p:cNvSpPr>
          <p:nvPr>
            <p:ph type="body" sz="quarter" idx="18" hasCustomPrompt="1"/>
          </p:nvPr>
        </p:nvSpPr>
        <p:spPr>
          <a:xfrm>
            <a:off x="4476000" y="2349725"/>
            <a:ext cx="3240000" cy="3780000"/>
          </a:xfrm>
        </p:spPr>
        <p:txBody>
          <a:bodyPr lIns="0" tIns="0" rIns="0"/>
          <a:lstStyle>
            <a:lvl1pPr>
              <a:defRPr sz="1400">
                <a:solidFill>
                  <a:srgbClr val="243746"/>
                </a:solidFill>
              </a:defRPr>
            </a:lvl1pPr>
            <a:lvl2pPr>
              <a:defRPr sz="1400">
                <a:solidFill>
                  <a:srgbClr val="243746"/>
                </a:solidFill>
              </a:defRPr>
            </a:lvl2pPr>
            <a:lvl3pPr>
              <a:defRPr sz="1400">
                <a:solidFill>
                  <a:srgbClr val="243746"/>
                </a:solidFill>
              </a:defRPr>
            </a:lvl3pPr>
            <a:lvl4pPr>
              <a:defRPr sz="1400">
                <a:solidFill>
                  <a:srgbClr val="243746"/>
                </a:solidFill>
              </a:defRPr>
            </a:lvl4pPr>
            <a:lvl5pPr>
              <a:defRPr sz="1400">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8" name="Plassholder for tekst 8">
            <a:extLst>
              <a:ext uri="{FF2B5EF4-FFF2-40B4-BE49-F238E27FC236}">
                <a16:creationId xmlns:a16="http://schemas.microsoft.com/office/drawing/2014/main" id="{3886D0C4-44B7-49C8-9434-C6C25F9E0286}"/>
              </a:ext>
            </a:extLst>
          </p:cNvPr>
          <p:cNvSpPr>
            <a:spLocks noGrp="1"/>
          </p:cNvSpPr>
          <p:nvPr>
            <p:ph type="body" sz="quarter" idx="19" hasCustomPrompt="1"/>
          </p:nvPr>
        </p:nvSpPr>
        <p:spPr>
          <a:xfrm>
            <a:off x="8254800" y="2349725"/>
            <a:ext cx="3240000" cy="3780000"/>
          </a:xfrm>
        </p:spPr>
        <p:txBody>
          <a:bodyPr lIns="0" tIns="0" rIns="0"/>
          <a:lstStyle>
            <a:lvl1pPr>
              <a:defRPr sz="1400">
                <a:solidFill>
                  <a:srgbClr val="243746"/>
                </a:solidFill>
              </a:defRPr>
            </a:lvl1pPr>
            <a:lvl2pPr>
              <a:defRPr sz="1400">
                <a:solidFill>
                  <a:srgbClr val="243746"/>
                </a:solidFill>
              </a:defRPr>
            </a:lvl2pPr>
            <a:lvl3pPr>
              <a:defRPr sz="1400">
                <a:solidFill>
                  <a:srgbClr val="243746"/>
                </a:solidFill>
              </a:defRPr>
            </a:lvl3pPr>
            <a:lvl4pPr>
              <a:defRPr sz="1400">
                <a:solidFill>
                  <a:srgbClr val="243746"/>
                </a:solidFill>
              </a:defRPr>
            </a:lvl4pPr>
            <a:lvl5pPr>
              <a:defRPr sz="1400">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20" name="Plassholder for tekst 18">
            <a:extLst>
              <a:ext uri="{FF2B5EF4-FFF2-40B4-BE49-F238E27FC236}">
                <a16:creationId xmlns:a16="http://schemas.microsoft.com/office/drawing/2014/main" id="{DBFAF301-F8FD-4231-A63B-9F6E3A9ED215}"/>
              </a:ext>
            </a:extLst>
          </p:cNvPr>
          <p:cNvSpPr>
            <a:spLocks noGrp="1"/>
          </p:cNvSpPr>
          <p:nvPr>
            <p:ph type="body" sz="quarter" idx="20" hasCustomPrompt="1"/>
          </p:nvPr>
        </p:nvSpPr>
        <p:spPr>
          <a:xfrm>
            <a:off x="695325" y="1628775"/>
            <a:ext cx="3240000" cy="540000"/>
          </a:xfrm>
        </p:spPr>
        <p:txBody>
          <a:bodyPr lIns="0" tIns="0" rIns="0" anchor="ctr"/>
          <a:lstStyle>
            <a:lvl1pPr marL="0" indent="0">
              <a:buNone/>
              <a:defRPr sz="1600">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21" name="Plassholder for tekst 18">
            <a:extLst>
              <a:ext uri="{FF2B5EF4-FFF2-40B4-BE49-F238E27FC236}">
                <a16:creationId xmlns:a16="http://schemas.microsoft.com/office/drawing/2014/main" id="{1D294CE1-173D-46A6-8782-22CC552D7500}"/>
              </a:ext>
            </a:extLst>
          </p:cNvPr>
          <p:cNvSpPr>
            <a:spLocks noGrp="1"/>
          </p:cNvSpPr>
          <p:nvPr>
            <p:ph type="body" sz="quarter" idx="21" hasCustomPrompt="1"/>
          </p:nvPr>
        </p:nvSpPr>
        <p:spPr>
          <a:xfrm>
            <a:off x="4476000" y="1628775"/>
            <a:ext cx="3240000" cy="540000"/>
          </a:xfrm>
        </p:spPr>
        <p:txBody>
          <a:bodyPr lIns="0" tIns="0" rIns="0" anchor="ctr"/>
          <a:lstStyle>
            <a:lvl1pPr marL="0" indent="0">
              <a:buNone/>
              <a:defRPr sz="1600">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22" name="Plassholder for tekst 18">
            <a:extLst>
              <a:ext uri="{FF2B5EF4-FFF2-40B4-BE49-F238E27FC236}">
                <a16:creationId xmlns:a16="http://schemas.microsoft.com/office/drawing/2014/main" id="{C0C9451C-6A50-40CA-A503-0AE05FF0FDA5}"/>
              </a:ext>
            </a:extLst>
          </p:cNvPr>
          <p:cNvSpPr>
            <a:spLocks noGrp="1"/>
          </p:cNvSpPr>
          <p:nvPr>
            <p:ph type="body" sz="quarter" idx="22" hasCustomPrompt="1"/>
          </p:nvPr>
        </p:nvSpPr>
        <p:spPr>
          <a:xfrm>
            <a:off x="8254800" y="1628775"/>
            <a:ext cx="3240000" cy="540000"/>
          </a:xfrm>
        </p:spPr>
        <p:txBody>
          <a:bodyPr lIns="0" tIns="0" rIns="0" anchor="ctr"/>
          <a:lstStyle>
            <a:lvl1pPr marL="0" indent="0">
              <a:buNone/>
              <a:defRPr sz="1600">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cxnSp>
        <p:nvCxnSpPr>
          <p:cNvPr id="4" name="Footer line">
            <a:extLst>
              <a:ext uri="{FF2B5EF4-FFF2-40B4-BE49-F238E27FC236}">
                <a16:creationId xmlns:a16="http://schemas.microsoft.com/office/drawing/2014/main" id="{973D9FA1-A940-457E-C9C4-51118A88793F}"/>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06864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Column-subtitl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B17FA0E-AA13-4C42-8188-620374EFB3E0}"/>
              </a:ext>
            </a:extLst>
          </p:cNvPr>
          <p:cNvSpPr>
            <a:spLocks noGrp="1"/>
          </p:cNvSpPr>
          <p:nvPr>
            <p:ph type="title"/>
          </p:nvPr>
        </p:nvSpPr>
        <p:spPr/>
        <p:txBody>
          <a:bodyPr tIns="72000"/>
          <a:lstStyle>
            <a:lvl1pPr>
              <a:defRPr>
                <a:solidFill>
                  <a:srgbClr val="243746"/>
                </a:solidFill>
              </a:defRPr>
            </a:lvl1pPr>
          </a:lstStyle>
          <a:p>
            <a:r>
              <a:rPr lang="en-US" noProof="0"/>
              <a:t>Click to edit Master title style</a:t>
            </a:r>
            <a:endParaRPr lang="en-GB" noProof="0"/>
          </a:p>
        </p:txBody>
      </p:sp>
      <p:sp>
        <p:nvSpPr>
          <p:cNvPr id="3" name="Plassholder for lysbildenummer 2">
            <a:extLst>
              <a:ext uri="{FF2B5EF4-FFF2-40B4-BE49-F238E27FC236}">
                <a16:creationId xmlns:a16="http://schemas.microsoft.com/office/drawing/2014/main" id="{543011A7-1579-467E-9777-CBD2ED66A949}"/>
              </a:ext>
            </a:extLst>
          </p:cNvPr>
          <p:cNvSpPr>
            <a:spLocks noGrp="1"/>
          </p:cNvSpPr>
          <p:nvPr>
            <p:ph type="sldNum" sz="quarter" idx="10"/>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sp>
        <p:nvSpPr>
          <p:cNvPr id="14" name="Plassholder for tekst 8">
            <a:extLst>
              <a:ext uri="{FF2B5EF4-FFF2-40B4-BE49-F238E27FC236}">
                <a16:creationId xmlns:a16="http://schemas.microsoft.com/office/drawing/2014/main" id="{8E74CE31-3457-4C54-9AC4-603EA7DF5777}"/>
              </a:ext>
            </a:extLst>
          </p:cNvPr>
          <p:cNvSpPr>
            <a:spLocks noGrp="1"/>
          </p:cNvSpPr>
          <p:nvPr>
            <p:ph type="body" sz="quarter" idx="17" hasCustomPrompt="1"/>
          </p:nvPr>
        </p:nvSpPr>
        <p:spPr>
          <a:xfrm>
            <a:off x="695325" y="2349000"/>
            <a:ext cx="2340000" cy="3780001"/>
          </a:xfrm>
        </p:spPr>
        <p:txBody>
          <a:bodyPr lIns="0" tIns="36000" rIns="0"/>
          <a:lstStyle>
            <a:lvl1pPr>
              <a:defRPr sz="1200">
                <a:solidFill>
                  <a:srgbClr val="243746"/>
                </a:solidFill>
              </a:defRPr>
            </a:lvl1pPr>
            <a:lvl2pPr>
              <a:defRPr sz="1200">
                <a:solidFill>
                  <a:srgbClr val="243746"/>
                </a:solidFill>
              </a:defRPr>
            </a:lvl2pPr>
            <a:lvl3pPr>
              <a:defRPr sz="1200">
                <a:solidFill>
                  <a:srgbClr val="243746"/>
                </a:solidFill>
              </a:defRPr>
            </a:lvl3pPr>
            <a:lvl4pPr>
              <a:defRPr sz="1200">
                <a:solidFill>
                  <a:srgbClr val="243746"/>
                </a:solidFill>
              </a:defRPr>
            </a:lvl4pPr>
            <a:lvl5pPr>
              <a:defRPr sz="1200">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6" name="Plassholder for tekst 8">
            <a:extLst>
              <a:ext uri="{FF2B5EF4-FFF2-40B4-BE49-F238E27FC236}">
                <a16:creationId xmlns:a16="http://schemas.microsoft.com/office/drawing/2014/main" id="{007297FB-DFA9-41BB-AD98-EF67B10AFA8D}"/>
              </a:ext>
            </a:extLst>
          </p:cNvPr>
          <p:cNvSpPr>
            <a:spLocks noGrp="1"/>
          </p:cNvSpPr>
          <p:nvPr>
            <p:ph type="body" sz="quarter" idx="18" hasCustomPrompt="1"/>
          </p:nvPr>
        </p:nvSpPr>
        <p:spPr>
          <a:xfrm>
            <a:off x="3393814" y="2349000"/>
            <a:ext cx="2520000" cy="3779998"/>
          </a:xfrm>
        </p:spPr>
        <p:txBody>
          <a:bodyPr lIns="0" tIns="36000" rIns="0"/>
          <a:lstStyle>
            <a:lvl1pPr>
              <a:defRPr sz="1200">
                <a:solidFill>
                  <a:srgbClr val="243746"/>
                </a:solidFill>
              </a:defRPr>
            </a:lvl1pPr>
            <a:lvl2pPr>
              <a:defRPr sz="1200">
                <a:solidFill>
                  <a:srgbClr val="243746"/>
                </a:solidFill>
              </a:defRPr>
            </a:lvl2pPr>
            <a:lvl3pPr>
              <a:defRPr sz="1200">
                <a:solidFill>
                  <a:srgbClr val="243746"/>
                </a:solidFill>
              </a:defRPr>
            </a:lvl3pPr>
            <a:lvl4pPr>
              <a:defRPr sz="1200">
                <a:solidFill>
                  <a:srgbClr val="243746"/>
                </a:solidFill>
              </a:defRPr>
            </a:lvl4pPr>
            <a:lvl5pPr>
              <a:defRPr sz="1200">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8" name="Plassholder for tekst 8">
            <a:extLst>
              <a:ext uri="{FF2B5EF4-FFF2-40B4-BE49-F238E27FC236}">
                <a16:creationId xmlns:a16="http://schemas.microsoft.com/office/drawing/2014/main" id="{3886D0C4-44B7-49C8-9434-C6C25F9E0286}"/>
              </a:ext>
            </a:extLst>
          </p:cNvPr>
          <p:cNvSpPr>
            <a:spLocks noGrp="1"/>
          </p:cNvSpPr>
          <p:nvPr>
            <p:ph type="body" sz="quarter" idx="19" hasCustomPrompt="1"/>
          </p:nvPr>
        </p:nvSpPr>
        <p:spPr>
          <a:xfrm>
            <a:off x="9154800" y="2349000"/>
            <a:ext cx="2340000" cy="3779998"/>
          </a:xfrm>
        </p:spPr>
        <p:txBody>
          <a:bodyPr lIns="0" tIns="36000" rIns="0"/>
          <a:lstStyle>
            <a:lvl1pPr>
              <a:defRPr sz="1200">
                <a:solidFill>
                  <a:srgbClr val="243746"/>
                </a:solidFill>
              </a:defRPr>
            </a:lvl1pPr>
            <a:lvl2pPr>
              <a:defRPr sz="1200">
                <a:solidFill>
                  <a:srgbClr val="243746"/>
                </a:solidFill>
              </a:defRPr>
            </a:lvl2pPr>
            <a:lvl3pPr>
              <a:defRPr sz="1200">
                <a:solidFill>
                  <a:srgbClr val="243746"/>
                </a:solidFill>
              </a:defRPr>
            </a:lvl3pPr>
            <a:lvl4pPr>
              <a:defRPr sz="1200">
                <a:solidFill>
                  <a:srgbClr val="243746"/>
                </a:solidFill>
              </a:defRPr>
            </a:lvl4pPr>
            <a:lvl5pPr>
              <a:defRPr sz="1200">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1" name="Plassholder for tekst 8">
            <a:extLst>
              <a:ext uri="{FF2B5EF4-FFF2-40B4-BE49-F238E27FC236}">
                <a16:creationId xmlns:a16="http://schemas.microsoft.com/office/drawing/2014/main" id="{F41B8369-23C3-4F16-BCF6-293D6FF66C20}"/>
              </a:ext>
            </a:extLst>
          </p:cNvPr>
          <p:cNvSpPr>
            <a:spLocks noGrp="1"/>
          </p:cNvSpPr>
          <p:nvPr>
            <p:ph type="body" sz="quarter" idx="23" hasCustomPrompt="1"/>
          </p:nvPr>
        </p:nvSpPr>
        <p:spPr>
          <a:xfrm>
            <a:off x="6274800" y="2349000"/>
            <a:ext cx="2520000" cy="3779998"/>
          </a:xfrm>
        </p:spPr>
        <p:txBody>
          <a:bodyPr lIns="0" tIns="36000" rIns="0"/>
          <a:lstStyle>
            <a:lvl1pPr>
              <a:defRPr sz="1200">
                <a:solidFill>
                  <a:srgbClr val="243746"/>
                </a:solidFill>
              </a:defRPr>
            </a:lvl1pPr>
            <a:lvl2pPr>
              <a:defRPr sz="1200">
                <a:solidFill>
                  <a:srgbClr val="243746"/>
                </a:solidFill>
              </a:defRPr>
            </a:lvl2pPr>
            <a:lvl3pPr>
              <a:defRPr sz="1200">
                <a:solidFill>
                  <a:srgbClr val="243746"/>
                </a:solidFill>
              </a:defRPr>
            </a:lvl3pPr>
            <a:lvl4pPr>
              <a:defRPr sz="1200">
                <a:solidFill>
                  <a:srgbClr val="243746"/>
                </a:solidFill>
              </a:defRPr>
            </a:lvl4pPr>
            <a:lvl5pPr>
              <a:defRPr sz="1200">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20" name="Plassholder for tekst 18">
            <a:extLst>
              <a:ext uri="{FF2B5EF4-FFF2-40B4-BE49-F238E27FC236}">
                <a16:creationId xmlns:a16="http://schemas.microsoft.com/office/drawing/2014/main" id="{DBFAF301-F8FD-4231-A63B-9F6E3A9ED215}"/>
              </a:ext>
            </a:extLst>
          </p:cNvPr>
          <p:cNvSpPr>
            <a:spLocks noGrp="1"/>
          </p:cNvSpPr>
          <p:nvPr>
            <p:ph type="body" sz="quarter" idx="20" hasCustomPrompt="1"/>
          </p:nvPr>
        </p:nvSpPr>
        <p:spPr>
          <a:xfrm>
            <a:off x="695325" y="1629000"/>
            <a:ext cx="2340000" cy="540000"/>
          </a:xfrm>
        </p:spPr>
        <p:txBody>
          <a:bodyPr lIns="0" tIns="0" rIns="0" anchor="ctr"/>
          <a:lstStyle>
            <a:lvl1pPr marL="0" indent="0">
              <a:buNone/>
              <a:defRPr sz="1400">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21" name="Plassholder for tekst 18">
            <a:extLst>
              <a:ext uri="{FF2B5EF4-FFF2-40B4-BE49-F238E27FC236}">
                <a16:creationId xmlns:a16="http://schemas.microsoft.com/office/drawing/2014/main" id="{1D294CE1-173D-46A6-8782-22CC552D7500}"/>
              </a:ext>
            </a:extLst>
          </p:cNvPr>
          <p:cNvSpPr>
            <a:spLocks noGrp="1"/>
          </p:cNvSpPr>
          <p:nvPr>
            <p:ph type="body" sz="quarter" idx="21" hasCustomPrompt="1"/>
          </p:nvPr>
        </p:nvSpPr>
        <p:spPr>
          <a:xfrm>
            <a:off x="3393814" y="1629000"/>
            <a:ext cx="2520000" cy="540000"/>
          </a:xfrm>
        </p:spPr>
        <p:txBody>
          <a:bodyPr lIns="0" tIns="0" rIns="0" anchor="ctr"/>
          <a:lstStyle>
            <a:lvl1pPr marL="0" indent="0">
              <a:buNone/>
              <a:defRPr sz="1400">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22" name="Plassholder for tekst 18">
            <a:extLst>
              <a:ext uri="{FF2B5EF4-FFF2-40B4-BE49-F238E27FC236}">
                <a16:creationId xmlns:a16="http://schemas.microsoft.com/office/drawing/2014/main" id="{C0C9451C-6A50-40CA-A503-0AE05FF0FDA5}"/>
              </a:ext>
            </a:extLst>
          </p:cNvPr>
          <p:cNvSpPr>
            <a:spLocks noGrp="1"/>
          </p:cNvSpPr>
          <p:nvPr>
            <p:ph type="body" sz="quarter" idx="22" hasCustomPrompt="1"/>
          </p:nvPr>
        </p:nvSpPr>
        <p:spPr>
          <a:xfrm>
            <a:off x="9154800" y="1629000"/>
            <a:ext cx="2340000" cy="540000"/>
          </a:xfrm>
        </p:spPr>
        <p:txBody>
          <a:bodyPr lIns="0" tIns="0" rIns="0" anchor="ctr"/>
          <a:lstStyle>
            <a:lvl1pPr marL="0" indent="0">
              <a:buNone/>
              <a:defRPr sz="1400">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2" name="Plassholder for tekst 18">
            <a:extLst>
              <a:ext uri="{FF2B5EF4-FFF2-40B4-BE49-F238E27FC236}">
                <a16:creationId xmlns:a16="http://schemas.microsoft.com/office/drawing/2014/main" id="{DBA1DC41-ABAE-4F03-A70D-362A4D4B5903}"/>
              </a:ext>
            </a:extLst>
          </p:cNvPr>
          <p:cNvSpPr>
            <a:spLocks noGrp="1"/>
          </p:cNvSpPr>
          <p:nvPr>
            <p:ph type="body" sz="quarter" idx="24" hasCustomPrompt="1"/>
          </p:nvPr>
        </p:nvSpPr>
        <p:spPr>
          <a:xfrm>
            <a:off x="6274800" y="1629000"/>
            <a:ext cx="2520000" cy="540000"/>
          </a:xfrm>
        </p:spPr>
        <p:txBody>
          <a:bodyPr lIns="0" tIns="0" rIns="0" anchor="ctr"/>
          <a:lstStyle>
            <a:lvl1pPr marL="0" indent="0">
              <a:buNone/>
              <a:defRPr sz="1400">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cxnSp>
        <p:nvCxnSpPr>
          <p:cNvPr id="4" name="Footer line">
            <a:extLst>
              <a:ext uri="{FF2B5EF4-FFF2-40B4-BE49-F238E27FC236}">
                <a16:creationId xmlns:a16="http://schemas.microsoft.com/office/drawing/2014/main" id="{817174BB-E7A2-C453-3CBA-9BEC411756BE}"/>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0493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Column-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A82A-D40B-4E23-84E3-79644D3CDD8E}"/>
              </a:ext>
            </a:extLst>
          </p:cNvPr>
          <p:cNvSpPr>
            <a:spLocks noGrp="1"/>
          </p:cNvSpPr>
          <p:nvPr>
            <p:ph type="title"/>
          </p:nvPr>
        </p:nvSpPr>
        <p:spPr/>
        <p:txBody>
          <a:bodyPr tIns="72000" anchor="t"/>
          <a:lstStyle>
            <a:lvl1pPr>
              <a:defRPr>
                <a:solidFill>
                  <a:srgbClr val="243746"/>
                </a:solidFill>
              </a:defRPr>
            </a:lvl1pPr>
          </a:lstStyle>
          <a:p>
            <a:r>
              <a:rPr lang="en-US" noProof="0"/>
              <a:t>Click to edit Master title style</a:t>
            </a:r>
            <a:endParaRPr lang="en-GB" noProof="0"/>
          </a:p>
        </p:txBody>
      </p:sp>
      <p:sp>
        <p:nvSpPr>
          <p:cNvPr id="7" name="Picture Placeholder 6">
            <a:extLst>
              <a:ext uri="{FF2B5EF4-FFF2-40B4-BE49-F238E27FC236}">
                <a16:creationId xmlns:a16="http://schemas.microsoft.com/office/drawing/2014/main" id="{E7251969-427C-48D2-85E3-C93C8311D358}"/>
              </a:ext>
            </a:extLst>
          </p:cNvPr>
          <p:cNvSpPr>
            <a:spLocks noGrp="1"/>
          </p:cNvSpPr>
          <p:nvPr>
            <p:ph type="pic" sz="quarter" idx="13"/>
          </p:nvPr>
        </p:nvSpPr>
        <p:spPr>
          <a:xfrm>
            <a:off x="696000" y="1810800"/>
            <a:ext cx="3240000" cy="1800000"/>
          </a:xfrm>
        </p:spPr>
        <p:txBody>
          <a:bodyPr/>
          <a:lstStyle>
            <a:lvl1pPr>
              <a:defRPr>
                <a:solidFill>
                  <a:srgbClr val="243746"/>
                </a:solidFill>
              </a:defRPr>
            </a:lvl1pPr>
          </a:lstStyle>
          <a:p>
            <a:r>
              <a:rPr lang="en-US" noProof="0"/>
              <a:t>Click icon to add picture</a:t>
            </a:r>
            <a:endParaRPr lang="en-GB" noProof="0"/>
          </a:p>
        </p:txBody>
      </p:sp>
      <p:sp>
        <p:nvSpPr>
          <p:cNvPr id="9" name="Picture Placeholder 8">
            <a:extLst>
              <a:ext uri="{FF2B5EF4-FFF2-40B4-BE49-F238E27FC236}">
                <a16:creationId xmlns:a16="http://schemas.microsoft.com/office/drawing/2014/main" id="{BE46F400-E293-4169-9EF5-5E49E5FB89E6}"/>
              </a:ext>
            </a:extLst>
          </p:cNvPr>
          <p:cNvSpPr>
            <a:spLocks noGrp="1"/>
          </p:cNvSpPr>
          <p:nvPr>
            <p:ph type="pic" sz="quarter" idx="14"/>
          </p:nvPr>
        </p:nvSpPr>
        <p:spPr>
          <a:xfrm>
            <a:off x="4476000" y="1810800"/>
            <a:ext cx="3240000" cy="1800000"/>
          </a:xfrm>
        </p:spPr>
        <p:txBody>
          <a:bodyPr/>
          <a:lstStyle>
            <a:lvl1pPr>
              <a:defRPr>
                <a:solidFill>
                  <a:srgbClr val="243746"/>
                </a:solidFill>
              </a:defRPr>
            </a:lvl1pPr>
          </a:lstStyle>
          <a:p>
            <a:r>
              <a:rPr lang="en-US" noProof="0"/>
              <a:t>Click icon to add picture</a:t>
            </a:r>
            <a:endParaRPr lang="en-GB" noProof="0"/>
          </a:p>
        </p:txBody>
      </p:sp>
      <p:sp>
        <p:nvSpPr>
          <p:cNvPr id="11" name="Picture Placeholder 10">
            <a:extLst>
              <a:ext uri="{FF2B5EF4-FFF2-40B4-BE49-F238E27FC236}">
                <a16:creationId xmlns:a16="http://schemas.microsoft.com/office/drawing/2014/main" id="{FBC3ECC8-C305-4C0C-875D-732D6B6ADDCD}"/>
              </a:ext>
            </a:extLst>
          </p:cNvPr>
          <p:cNvSpPr>
            <a:spLocks noGrp="1"/>
          </p:cNvSpPr>
          <p:nvPr>
            <p:ph type="pic" sz="quarter" idx="15"/>
          </p:nvPr>
        </p:nvSpPr>
        <p:spPr>
          <a:xfrm>
            <a:off x="8256000" y="1810800"/>
            <a:ext cx="3240000" cy="1800000"/>
          </a:xfrm>
        </p:spPr>
        <p:txBody>
          <a:bodyPr/>
          <a:lstStyle>
            <a:lvl1pPr>
              <a:defRPr>
                <a:solidFill>
                  <a:srgbClr val="243746"/>
                </a:solidFill>
              </a:defRPr>
            </a:lvl1pPr>
          </a:lstStyle>
          <a:p>
            <a:r>
              <a:rPr lang="en-US" noProof="0"/>
              <a:t>Click icon to add picture</a:t>
            </a:r>
            <a:endParaRPr lang="en-GB" noProof="0"/>
          </a:p>
        </p:txBody>
      </p:sp>
      <p:sp>
        <p:nvSpPr>
          <p:cNvPr id="13" name="Text Placeholder 12">
            <a:extLst>
              <a:ext uri="{FF2B5EF4-FFF2-40B4-BE49-F238E27FC236}">
                <a16:creationId xmlns:a16="http://schemas.microsoft.com/office/drawing/2014/main" id="{0C247620-8094-4788-8C24-2157F205A77C}"/>
              </a:ext>
            </a:extLst>
          </p:cNvPr>
          <p:cNvSpPr>
            <a:spLocks noGrp="1"/>
          </p:cNvSpPr>
          <p:nvPr>
            <p:ph type="body" sz="quarter" idx="16" hasCustomPrompt="1"/>
          </p:nvPr>
        </p:nvSpPr>
        <p:spPr>
          <a:xfrm>
            <a:off x="694800" y="3790800"/>
            <a:ext cx="3240000" cy="540000"/>
          </a:xfrm>
          <a:solidFill>
            <a:srgbClr val="243746"/>
          </a:solidFill>
        </p:spPr>
        <p:txBody>
          <a:bodyPr lIns="180000" tIns="72000" rIns="118800" bIns="72000" anchor="ctr"/>
          <a:lstStyle>
            <a:lvl1pPr marL="0" indent="0" algn="l">
              <a:buNone/>
              <a:defRPr sz="16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5" name="Text Placeholder 14">
            <a:extLst>
              <a:ext uri="{FF2B5EF4-FFF2-40B4-BE49-F238E27FC236}">
                <a16:creationId xmlns:a16="http://schemas.microsoft.com/office/drawing/2014/main" id="{E0030F90-F52A-4AC2-B0ED-92D9015CF87A}"/>
              </a:ext>
            </a:extLst>
          </p:cNvPr>
          <p:cNvSpPr>
            <a:spLocks noGrp="1"/>
          </p:cNvSpPr>
          <p:nvPr>
            <p:ph type="body" sz="quarter" idx="17" hasCustomPrompt="1"/>
          </p:nvPr>
        </p:nvSpPr>
        <p:spPr>
          <a:xfrm>
            <a:off x="694800" y="4330800"/>
            <a:ext cx="3240000" cy="1800000"/>
          </a:xfrm>
          <a:solidFill>
            <a:srgbClr val="DFF5FF"/>
          </a:solidFill>
        </p:spPr>
        <p:txBody>
          <a:bodyPr lIns="180000" tIns="180000" rIns="180000" bIns="180000">
            <a:noAutofit/>
          </a:bodyPr>
          <a:lstStyle>
            <a:lvl1pPr marL="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6" name="Text Placeholder 12">
            <a:extLst>
              <a:ext uri="{FF2B5EF4-FFF2-40B4-BE49-F238E27FC236}">
                <a16:creationId xmlns:a16="http://schemas.microsoft.com/office/drawing/2014/main" id="{B8B28E43-FC3A-4E3C-B7A4-BFAC3F6291F2}"/>
              </a:ext>
            </a:extLst>
          </p:cNvPr>
          <p:cNvSpPr>
            <a:spLocks noGrp="1"/>
          </p:cNvSpPr>
          <p:nvPr>
            <p:ph type="body" sz="quarter" idx="18" hasCustomPrompt="1"/>
          </p:nvPr>
        </p:nvSpPr>
        <p:spPr>
          <a:xfrm>
            <a:off x="4476000" y="3790800"/>
            <a:ext cx="3240000" cy="540000"/>
          </a:xfrm>
          <a:solidFill>
            <a:srgbClr val="243746"/>
          </a:solidFill>
          <a:ln>
            <a:noFill/>
          </a:ln>
        </p:spPr>
        <p:txBody>
          <a:bodyPr lIns="180000" tIns="72000" rIns="180000" bIns="72000" anchor="ctr"/>
          <a:lstStyle>
            <a:lvl1pPr marL="0" indent="0" algn="l">
              <a:buNone/>
              <a:defRPr sz="16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7" name="Text Placeholder 14">
            <a:extLst>
              <a:ext uri="{FF2B5EF4-FFF2-40B4-BE49-F238E27FC236}">
                <a16:creationId xmlns:a16="http://schemas.microsoft.com/office/drawing/2014/main" id="{D1324929-B8EB-44EC-8FF5-2C28A9CF9EAA}"/>
              </a:ext>
            </a:extLst>
          </p:cNvPr>
          <p:cNvSpPr>
            <a:spLocks noGrp="1"/>
          </p:cNvSpPr>
          <p:nvPr>
            <p:ph type="body" sz="quarter" idx="19" hasCustomPrompt="1"/>
          </p:nvPr>
        </p:nvSpPr>
        <p:spPr>
          <a:xfrm>
            <a:off x="4476000" y="4330800"/>
            <a:ext cx="3240000" cy="1800000"/>
          </a:xfrm>
          <a:solidFill>
            <a:srgbClr val="DFF5FF"/>
          </a:solidFill>
        </p:spPr>
        <p:txBody>
          <a:bodyPr lIns="180000" tIns="180000" rIns="180000" bIns="180000">
            <a:noAutofit/>
          </a:bodyPr>
          <a:lstStyle>
            <a:lvl1pPr marL="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8" name="Text Placeholder 12">
            <a:extLst>
              <a:ext uri="{FF2B5EF4-FFF2-40B4-BE49-F238E27FC236}">
                <a16:creationId xmlns:a16="http://schemas.microsoft.com/office/drawing/2014/main" id="{65952D41-90C0-4970-97E4-DCC2E9111D0B}"/>
              </a:ext>
            </a:extLst>
          </p:cNvPr>
          <p:cNvSpPr>
            <a:spLocks noGrp="1"/>
          </p:cNvSpPr>
          <p:nvPr>
            <p:ph type="body" sz="quarter" idx="20" hasCustomPrompt="1"/>
          </p:nvPr>
        </p:nvSpPr>
        <p:spPr>
          <a:xfrm>
            <a:off x="8256000" y="3790800"/>
            <a:ext cx="3240000" cy="540000"/>
          </a:xfrm>
          <a:solidFill>
            <a:srgbClr val="243746"/>
          </a:solidFill>
        </p:spPr>
        <p:txBody>
          <a:bodyPr lIns="180000" tIns="72000" rIns="180000" bIns="72000" anchor="ctr"/>
          <a:lstStyle>
            <a:lvl1pPr marL="0" indent="0" algn="l">
              <a:buNone/>
              <a:defRPr sz="16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9" name="Text Placeholder 14">
            <a:extLst>
              <a:ext uri="{FF2B5EF4-FFF2-40B4-BE49-F238E27FC236}">
                <a16:creationId xmlns:a16="http://schemas.microsoft.com/office/drawing/2014/main" id="{AE74CFD7-A4E4-43FE-9998-D7E8ADED458B}"/>
              </a:ext>
            </a:extLst>
          </p:cNvPr>
          <p:cNvSpPr>
            <a:spLocks noGrp="1"/>
          </p:cNvSpPr>
          <p:nvPr>
            <p:ph type="body" sz="quarter" idx="21" hasCustomPrompt="1"/>
          </p:nvPr>
        </p:nvSpPr>
        <p:spPr>
          <a:xfrm>
            <a:off x="8256000" y="4330800"/>
            <a:ext cx="3240000" cy="1800000"/>
          </a:xfrm>
          <a:solidFill>
            <a:srgbClr val="DFF5FF"/>
          </a:solidFill>
        </p:spPr>
        <p:txBody>
          <a:bodyPr lIns="180000" tIns="180000" rIns="180000" bIns="180000">
            <a:noAutofit/>
          </a:bodyPr>
          <a:lstStyle>
            <a:lvl1pPr marL="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22" name="Slide Number Placeholder 19">
            <a:extLst>
              <a:ext uri="{FF2B5EF4-FFF2-40B4-BE49-F238E27FC236}">
                <a16:creationId xmlns:a16="http://schemas.microsoft.com/office/drawing/2014/main" id="{F1F39B4C-364B-4AFC-B899-8DD61C19D9CE}"/>
              </a:ext>
            </a:extLst>
          </p:cNvPr>
          <p:cNvSpPr>
            <a:spLocks noGrp="1" noRot="1" noMove="1" noResize="1" noEditPoints="1" noAdjustHandles="1" noChangeArrowheads="1" noChangeShapeType="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cxnSp>
        <p:nvCxnSpPr>
          <p:cNvPr id="3" name="Footer line">
            <a:extLst>
              <a:ext uri="{FF2B5EF4-FFF2-40B4-BE49-F238E27FC236}">
                <a16:creationId xmlns:a16="http://schemas.microsoft.com/office/drawing/2014/main" id="{6D95B2CA-66BD-9F70-AD85-54BC5D632277}"/>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80231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Column-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A82A-D40B-4E23-84E3-79644D3CDD8E}"/>
              </a:ext>
            </a:extLst>
          </p:cNvPr>
          <p:cNvSpPr>
            <a:spLocks noGrp="1"/>
          </p:cNvSpPr>
          <p:nvPr>
            <p:ph type="title"/>
          </p:nvPr>
        </p:nvSpPr>
        <p:spPr/>
        <p:txBody>
          <a:bodyPr tIns="72000" anchor="t"/>
          <a:lstStyle>
            <a:lvl1pPr>
              <a:defRPr>
                <a:solidFill>
                  <a:srgbClr val="243746"/>
                </a:solidFill>
              </a:defRPr>
            </a:lvl1pPr>
          </a:lstStyle>
          <a:p>
            <a:r>
              <a:rPr lang="en-US" noProof="0"/>
              <a:t>Click to edit Master title style</a:t>
            </a:r>
            <a:endParaRPr lang="en-GB" noProof="0"/>
          </a:p>
        </p:txBody>
      </p:sp>
      <p:sp>
        <p:nvSpPr>
          <p:cNvPr id="7" name="Picture Placeholder 6">
            <a:extLst>
              <a:ext uri="{FF2B5EF4-FFF2-40B4-BE49-F238E27FC236}">
                <a16:creationId xmlns:a16="http://schemas.microsoft.com/office/drawing/2014/main" id="{E7251969-427C-48D2-85E3-C93C8311D358}"/>
              </a:ext>
            </a:extLst>
          </p:cNvPr>
          <p:cNvSpPr>
            <a:spLocks noGrp="1"/>
          </p:cNvSpPr>
          <p:nvPr>
            <p:ph type="pic" sz="quarter" idx="13"/>
          </p:nvPr>
        </p:nvSpPr>
        <p:spPr>
          <a:xfrm>
            <a:off x="704751" y="1810505"/>
            <a:ext cx="2340000" cy="1619245"/>
          </a:xfrm>
        </p:spPr>
        <p:txBody>
          <a:bodyPr/>
          <a:lstStyle>
            <a:lvl1pPr>
              <a:defRPr>
                <a:solidFill>
                  <a:srgbClr val="243746"/>
                </a:solidFill>
              </a:defRPr>
            </a:lvl1pPr>
          </a:lstStyle>
          <a:p>
            <a:r>
              <a:rPr lang="en-US" noProof="0"/>
              <a:t>Click icon to add picture</a:t>
            </a:r>
            <a:endParaRPr lang="en-GB" noProof="0"/>
          </a:p>
        </p:txBody>
      </p:sp>
      <p:sp>
        <p:nvSpPr>
          <p:cNvPr id="9" name="Picture Placeholder 8">
            <a:extLst>
              <a:ext uri="{FF2B5EF4-FFF2-40B4-BE49-F238E27FC236}">
                <a16:creationId xmlns:a16="http://schemas.microsoft.com/office/drawing/2014/main" id="{BE46F400-E293-4169-9EF5-5E49E5FB89E6}"/>
              </a:ext>
            </a:extLst>
          </p:cNvPr>
          <p:cNvSpPr>
            <a:spLocks noGrp="1"/>
          </p:cNvSpPr>
          <p:nvPr>
            <p:ph type="pic" sz="quarter" idx="14"/>
          </p:nvPr>
        </p:nvSpPr>
        <p:spPr>
          <a:xfrm>
            <a:off x="3399658" y="1809750"/>
            <a:ext cx="2520000" cy="1620000"/>
          </a:xfrm>
        </p:spPr>
        <p:txBody>
          <a:bodyPr/>
          <a:lstStyle>
            <a:lvl1pPr>
              <a:defRPr>
                <a:solidFill>
                  <a:srgbClr val="243746"/>
                </a:solidFill>
              </a:defRPr>
            </a:lvl1pPr>
          </a:lstStyle>
          <a:p>
            <a:r>
              <a:rPr lang="en-US" noProof="0"/>
              <a:t>Click icon to add picture</a:t>
            </a:r>
            <a:endParaRPr lang="en-GB" noProof="0"/>
          </a:p>
        </p:txBody>
      </p:sp>
      <p:sp>
        <p:nvSpPr>
          <p:cNvPr id="11" name="Picture Placeholder 10">
            <a:extLst>
              <a:ext uri="{FF2B5EF4-FFF2-40B4-BE49-F238E27FC236}">
                <a16:creationId xmlns:a16="http://schemas.microsoft.com/office/drawing/2014/main" id="{FBC3ECC8-C305-4C0C-875D-732D6B6ADDCD}"/>
              </a:ext>
            </a:extLst>
          </p:cNvPr>
          <p:cNvSpPr>
            <a:spLocks noGrp="1"/>
          </p:cNvSpPr>
          <p:nvPr>
            <p:ph type="pic" sz="quarter" idx="15"/>
          </p:nvPr>
        </p:nvSpPr>
        <p:spPr>
          <a:xfrm>
            <a:off x="6274565" y="1809750"/>
            <a:ext cx="2520000" cy="1620000"/>
          </a:xfrm>
        </p:spPr>
        <p:txBody>
          <a:bodyPr/>
          <a:lstStyle>
            <a:lvl1pPr>
              <a:defRPr>
                <a:solidFill>
                  <a:srgbClr val="243746"/>
                </a:solidFill>
              </a:defRPr>
            </a:lvl1pPr>
          </a:lstStyle>
          <a:p>
            <a:r>
              <a:rPr lang="en-US" noProof="0"/>
              <a:t>Click icon to add picture</a:t>
            </a:r>
            <a:endParaRPr lang="en-GB" noProof="0"/>
          </a:p>
        </p:txBody>
      </p:sp>
      <p:sp>
        <p:nvSpPr>
          <p:cNvPr id="13" name="Text Placeholder 12">
            <a:extLst>
              <a:ext uri="{FF2B5EF4-FFF2-40B4-BE49-F238E27FC236}">
                <a16:creationId xmlns:a16="http://schemas.microsoft.com/office/drawing/2014/main" id="{0C247620-8094-4788-8C24-2157F205A77C}"/>
              </a:ext>
            </a:extLst>
          </p:cNvPr>
          <p:cNvSpPr>
            <a:spLocks noGrp="1"/>
          </p:cNvSpPr>
          <p:nvPr>
            <p:ph type="body" sz="quarter" idx="16" hasCustomPrompt="1"/>
          </p:nvPr>
        </p:nvSpPr>
        <p:spPr>
          <a:xfrm>
            <a:off x="702528" y="3609000"/>
            <a:ext cx="2340000" cy="540000"/>
          </a:xfrm>
          <a:solidFill>
            <a:srgbClr val="243746"/>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5" name="Text Placeholder 14">
            <a:extLst>
              <a:ext uri="{FF2B5EF4-FFF2-40B4-BE49-F238E27FC236}">
                <a16:creationId xmlns:a16="http://schemas.microsoft.com/office/drawing/2014/main" id="{E0030F90-F52A-4AC2-B0ED-92D9015CF87A}"/>
              </a:ext>
            </a:extLst>
          </p:cNvPr>
          <p:cNvSpPr>
            <a:spLocks noGrp="1"/>
          </p:cNvSpPr>
          <p:nvPr>
            <p:ph type="body" sz="quarter" idx="17" hasCustomPrompt="1"/>
          </p:nvPr>
        </p:nvSpPr>
        <p:spPr>
          <a:xfrm>
            <a:off x="702528" y="4149725"/>
            <a:ext cx="2340000" cy="1980000"/>
          </a:xfrm>
          <a:solidFill>
            <a:srgbClr val="DFF5FF"/>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6" name="Text Placeholder 12">
            <a:extLst>
              <a:ext uri="{FF2B5EF4-FFF2-40B4-BE49-F238E27FC236}">
                <a16:creationId xmlns:a16="http://schemas.microsoft.com/office/drawing/2014/main" id="{B8B28E43-FC3A-4E3C-B7A4-BFAC3F6291F2}"/>
              </a:ext>
            </a:extLst>
          </p:cNvPr>
          <p:cNvSpPr>
            <a:spLocks noGrp="1"/>
          </p:cNvSpPr>
          <p:nvPr>
            <p:ph type="body" sz="quarter" idx="18" hasCustomPrompt="1"/>
          </p:nvPr>
        </p:nvSpPr>
        <p:spPr>
          <a:xfrm>
            <a:off x="3398176" y="3609000"/>
            <a:ext cx="2520000" cy="540000"/>
          </a:xfrm>
          <a:solidFill>
            <a:srgbClr val="243746"/>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7" name="Text Placeholder 14">
            <a:extLst>
              <a:ext uri="{FF2B5EF4-FFF2-40B4-BE49-F238E27FC236}">
                <a16:creationId xmlns:a16="http://schemas.microsoft.com/office/drawing/2014/main" id="{D1324929-B8EB-44EC-8FF5-2C28A9CF9EAA}"/>
              </a:ext>
            </a:extLst>
          </p:cNvPr>
          <p:cNvSpPr>
            <a:spLocks noGrp="1"/>
          </p:cNvSpPr>
          <p:nvPr>
            <p:ph type="body" sz="quarter" idx="19" hasCustomPrompt="1"/>
          </p:nvPr>
        </p:nvSpPr>
        <p:spPr>
          <a:xfrm>
            <a:off x="3398176" y="4149338"/>
            <a:ext cx="2520000" cy="1980000"/>
          </a:xfrm>
          <a:solidFill>
            <a:srgbClr val="DFF5FF"/>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8" name="Text Placeholder 12">
            <a:extLst>
              <a:ext uri="{FF2B5EF4-FFF2-40B4-BE49-F238E27FC236}">
                <a16:creationId xmlns:a16="http://schemas.microsoft.com/office/drawing/2014/main" id="{65952D41-90C0-4970-97E4-DCC2E9111D0B}"/>
              </a:ext>
            </a:extLst>
          </p:cNvPr>
          <p:cNvSpPr>
            <a:spLocks noGrp="1"/>
          </p:cNvSpPr>
          <p:nvPr>
            <p:ph type="body" sz="quarter" idx="20" hasCustomPrompt="1"/>
          </p:nvPr>
        </p:nvSpPr>
        <p:spPr>
          <a:xfrm>
            <a:off x="6273824" y="3609000"/>
            <a:ext cx="2520000" cy="540000"/>
          </a:xfrm>
          <a:solidFill>
            <a:srgbClr val="243746"/>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9" name="Text Placeholder 14">
            <a:extLst>
              <a:ext uri="{FF2B5EF4-FFF2-40B4-BE49-F238E27FC236}">
                <a16:creationId xmlns:a16="http://schemas.microsoft.com/office/drawing/2014/main" id="{AE74CFD7-A4E4-43FE-9998-D7E8ADED458B}"/>
              </a:ext>
            </a:extLst>
          </p:cNvPr>
          <p:cNvSpPr>
            <a:spLocks noGrp="1"/>
          </p:cNvSpPr>
          <p:nvPr>
            <p:ph type="body" sz="quarter" idx="21" hasCustomPrompt="1"/>
          </p:nvPr>
        </p:nvSpPr>
        <p:spPr>
          <a:xfrm>
            <a:off x="6273824" y="4149338"/>
            <a:ext cx="2520000" cy="1980000"/>
          </a:xfrm>
          <a:solidFill>
            <a:srgbClr val="DFF5FF"/>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22" name="Slide Number Placeholder 19">
            <a:extLst>
              <a:ext uri="{FF2B5EF4-FFF2-40B4-BE49-F238E27FC236}">
                <a16:creationId xmlns:a16="http://schemas.microsoft.com/office/drawing/2014/main" id="{F1F39B4C-364B-4AFC-B899-8DD61C19D9CE}"/>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sp>
        <p:nvSpPr>
          <p:cNvPr id="14" name="Picture Placeholder 10">
            <a:extLst>
              <a:ext uri="{FF2B5EF4-FFF2-40B4-BE49-F238E27FC236}">
                <a16:creationId xmlns:a16="http://schemas.microsoft.com/office/drawing/2014/main" id="{DD9B2730-1633-40E2-8BC2-F1C840471316}"/>
              </a:ext>
            </a:extLst>
          </p:cNvPr>
          <p:cNvSpPr>
            <a:spLocks noGrp="1"/>
          </p:cNvSpPr>
          <p:nvPr>
            <p:ph type="pic" sz="quarter" idx="22"/>
          </p:nvPr>
        </p:nvSpPr>
        <p:spPr>
          <a:xfrm>
            <a:off x="9149472" y="1809750"/>
            <a:ext cx="2340000" cy="1620000"/>
          </a:xfrm>
        </p:spPr>
        <p:txBody>
          <a:bodyPr/>
          <a:lstStyle>
            <a:lvl1pPr>
              <a:defRPr>
                <a:solidFill>
                  <a:srgbClr val="243746"/>
                </a:solidFill>
              </a:defRPr>
            </a:lvl1pPr>
          </a:lstStyle>
          <a:p>
            <a:r>
              <a:rPr lang="en-US" noProof="0"/>
              <a:t>Click icon to add picture</a:t>
            </a:r>
            <a:endParaRPr lang="en-GB" noProof="0"/>
          </a:p>
        </p:txBody>
      </p:sp>
      <p:sp>
        <p:nvSpPr>
          <p:cNvPr id="20" name="Text Placeholder 12">
            <a:extLst>
              <a:ext uri="{FF2B5EF4-FFF2-40B4-BE49-F238E27FC236}">
                <a16:creationId xmlns:a16="http://schemas.microsoft.com/office/drawing/2014/main" id="{3116D8BC-B55B-42AC-B449-0078EDE9394A}"/>
              </a:ext>
            </a:extLst>
          </p:cNvPr>
          <p:cNvSpPr>
            <a:spLocks noGrp="1"/>
          </p:cNvSpPr>
          <p:nvPr>
            <p:ph type="body" sz="quarter" idx="23" hasCustomPrompt="1"/>
          </p:nvPr>
        </p:nvSpPr>
        <p:spPr>
          <a:xfrm>
            <a:off x="9149472" y="3609000"/>
            <a:ext cx="2340000" cy="540000"/>
          </a:xfrm>
          <a:solidFill>
            <a:srgbClr val="243746"/>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21" name="Text Placeholder 14">
            <a:extLst>
              <a:ext uri="{FF2B5EF4-FFF2-40B4-BE49-F238E27FC236}">
                <a16:creationId xmlns:a16="http://schemas.microsoft.com/office/drawing/2014/main" id="{5222868D-42E6-4FED-B90F-0A7F1DC09DD9}"/>
              </a:ext>
            </a:extLst>
          </p:cNvPr>
          <p:cNvSpPr>
            <a:spLocks noGrp="1"/>
          </p:cNvSpPr>
          <p:nvPr>
            <p:ph type="body" sz="quarter" idx="24" hasCustomPrompt="1"/>
          </p:nvPr>
        </p:nvSpPr>
        <p:spPr>
          <a:xfrm>
            <a:off x="9149472" y="4149725"/>
            <a:ext cx="2340000" cy="1979613"/>
          </a:xfrm>
          <a:solidFill>
            <a:srgbClr val="DFF5FF"/>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cxnSp>
        <p:nvCxnSpPr>
          <p:cNvPr id="3" name="Footer line">
            <a:extLst>
              <a:ext uri="{FF2B5EF4-FFF2-40B4-BE49-F238E27FC236}">
                <a16:creationId xmlns:a16="http://schemas.microsoft.com/office/drawing/2014/main" id="{57C6EC40-2D1B-FFDC-422F-E34EF1BB107E}"/>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97293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lored left column-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0" y="0"/>
            <a:ext cx="3935413" cy="6858000"/>
          </a:xfrm>
          <a:prstGeom prst="rect">
            <a:avLst/>
          </a:prstGeom>
          <a:solidFill>
            <a:srgbClr val="DFF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4" y="2349500"/>
            <a:ext cx="2700338" cy="3770498"/>
          </a:xfrm>
        </p:spPr>
        <p:txBody>
          <a:bodyPr rIns="216000"/>
          <a:lstStyle>
            <a:lvl1pPr marL="0" indent="0">
              <a:buNone/>
              <a:defRPr>
                <a:solidFill>
                  <a:srgbClr val="243746"/>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910801"/>
            <a:ext cx="2700338" cy="1078338"/>
          </a:xfrm>
        </p:spPr>
        <p:txBody>
          <a:bodyPr tIns="72000" rIns="0" bIns="180000" anchor="t"/>
          <a:lstStyle>
            <a:lvl1pPr>
              <a:defRPr>
                <a:solidFill>
                  <a:srgbClr val="243746"/>
                </a:solidFill>
              </a:defRPr>
            </a:lvl1pPr>
          </a:lstStyle>
          <a:p>
            <a:r>
              <a:rPr lang="en-US" noProof="0"/>
              <a:t>Click to edit Master title style</a:t>
            </a:r>
            <a:endParaRPr lang="en-GB" noProof="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4476750" y="1089000"/>
            <a:ext cx="7019924" cy="5031001"/>
          </a:xfrm>
          <a:prstGeom prst="rect">
            <a:avLst/>
          </a:prstGeom>
        </p:spPr>
        <p:txBody>
          <a:bodyPr lIns="180000" tIns="0" rIns="0" b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5" name="Footer line">
            <a:extLst>
              <a:ext uri="{FF2B5EF4-FFF2-40B4-BE49-F238E27FC236}">
                <a16:creationId xmlns:a16="http://schemas.microsoft.com/office/drawing/2014/main" id="{336C300C-39A7-4D64-4573-232584A70C53}"/>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53920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lored left column-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0" y="0"/>
            <a:ext cx="4656138" cy="6858000"/>
          </a:xfrm>
          <a:prstGeom prst="rect">
            <a:avLst/>
          </a:prstGeom>
          <a:solidFill>
            <a:srgbClr val="DFF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5" y="2349500"/>
            <a:ext cx="3420676" cy="3779838"/>
          </a:xfrm>
        </p:spPr>
        <p:txBody>
          <a:bodyPr rIns="216000"/>
          <a:lstStyle>
            <a:lvl1pPr marL="0" indent="0">
              <a:buNone/>
              <a:defRPr sz="1400">
                <a:solidFill>
                  <a:srgbClr val="243746"/>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910801"/>
            <a:ext cx="3420676" cy="1079038"/>
          </a:xfrm>
        </p:spPr>
        <p:txBody>
          <a:bodyPr tIns="72000" rIns="0" bIns="180000" anchor="t"/>
          <a:lstStyle>
            <a:lvl1pPr>
              <a:defRPr>
                <a:solidFill>
                  <a:srgbClr val="243746"/>
                </a:solidFill>
              </a:defRPr>
            </a:lvl1pPr>
          </a:lstStyle>
          <a:p>
            <a:r>
              <a:rPr lang="en-US" noProof="0"/>
              <a:t>Click to edit Master title style</a:t>
            </a:r>
            <a:endParaRPr lang="en-GB" noProof="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5195888" y="1089025"/>
            <a:ext cx="6300786" cy="5030976"/>
          </a:xfrm>
          <a:prstGeom prst="rect">
            <a:avLst/>
          </a:prstGeom>
        </p:spPr>
        <p:txBody>
          <a:bodyPr lIns="180000" tIns="0" rIns="0" bIns="0"/>
          <a:lstStyle>
            <a:lvl1pPr>
              <a:defRPr sz="1400">
                <a:solidFill>
                  <a:srgbClr val="243746"/>
                </a:solidFill>
              </a:defRPr>
            </a:lvl1pPr>
            <a:lvl2pPr>
              <a:defRPr sz="1400">
                <a:solidFill>
                  <a:srgbClr val="243746"/>
                </a:solidFill>
              </a:defRPr>
            </a:lvl2pPr>
            <a:lvl3pPr>
              <a:defRPr sz="1400">
                <a:solidFill>
                  <a:srgbClr val="243746"/>
                </a:solidFill>
              </a:defRPr>
            </a:lvl3pPr>
            <a:lvl4pPr>
              <a:defRPr sz="1400">
                <a:solidFill>
                  <a:srgbClr val="243746"/>
                </a:solidFill>
              </a:defRPr>
            </a:lvl4pPr>
            <a:lvl5pPr>
              <a:defRPr sz="1400">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5" name="Footer line">
            <a:extLst>
              <a:ext uri="{FF2B5EF4-FFF2-40B4-BE49-F238E27FC236}">
                <a16:creationId xmlns:a16="http://schemas.microsoft.com/office/drawing/2014/main" id="{CBD27593-6AE3-F42A-0CEB-ED09363DCD3F}"/>
              </a:ext>
            </a:extLst>
          </p:cNvPr>
          <p:cNvCxnSpPr>
            <a:cxnSpLocks/>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64036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3Column-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A82A-D40B-4E23-84E3-79644D3CDD8E}"/>
              </a:ext>
            </a:extLst>
          </p:cNvPr>
          <p:cNvSpPr>
            <a:spLocks noGrp="1"/>
          </p:cNvSpPr>
          <p:nvPr>
            <p:ph type="title"/>
          </p:nvPr>
        </p:nvSpPr>
        <p:spPr/>
        <p:txBody>
          <a:bodyPr tIns="72000" anchor="t"/>
          <a:lstStyle>
            <a:lvl1pPr>
              <a:defRPr>
                <a:solidFill>
                  <a:srgbClr val="243746"/>
                </a:solidFill>
              </a:defRPr>
            </a:lvl1pPr>
          </a:lstStyle>
          <a:p>
            <a:r>
              <a:rPr lang="en-US" noProof="0"/>
              <a:t>Click to edit Master title style</a:t>
            </a:r>
            <a:endParaRPr lang="en-GB" noProof="0"/>
          </a:p>
        </p:txBody>
      </p:sp>
      <p:sp>
        <p:nvSpPr>
          <p:cNvPr id="7" name="Picture Placeholder 6">
            <a:extLst>
              <a:ext uri="{FF2B5EF4-FFF2-40B4-BE49-F238E27FC236}">
                <a16:creationId xmlns:a16="http://schemas.microsoft.com/office/drawing/2014/main" id="{E7251969-427C-48D2-85E3-C93C8311D358}"/>
              </a:ext>
            </a:extLst>
          </p:cNvPr>
          <p:cNvSpPr>
            <a:spLocks noGrp="1"/>
          </p:cNvSpPr>
          <p:nvPr>
            <p:ph type="pic" sz="quarter" idx="13"/>
          </p:nvPr>
        </p:nvSpPr>
        <p:spPr>
          <a:xfrm>
            <a:off x="696000" y="1810800"/>
            <a:ext cx="3240000" cy="1800000"/>
          </a:xfrm>
        </p:spPr>
        <p:txBody>
          <a:bodyPr/>
          <a:lstStyle>
            <a:lvl1pPr>
              <a:defRPr>
                <a:solidFill>
                  <a:srgbClr val="243746"/>
                </a:solidFill>
              </a:defRPr>
            </a:lvl1pPr>
          </a:lstStyle>
          <a:p>
            <a:r>
              <a:rPr lang="en-US" noProof="0"/>
              <a:t>Click icon to add picture</a:t>
            </a:r>
            <a:endParaRPr lang="en-GB" noProof="0"/>
          </a:p>
        </p:txBody>
      </p:sp>
      <p:sp>
        <p:nvSpPr>
          <p:cNvPr id="9" name="Picture Placeholder 8">
            <a:extLst>
              <a:ext uri="{FF2B5EF4-FFF2-40B4-BE49-F238E27FC236}">
                <a16:creationId xmlns:a16="http://schemas.microsoft.com/office/drawing/2014/main" id="{BE46F400-E293-4169-9EF5-5E49E5FB89E6}"/>
              </a:ext>
            </a:extLst>
          </p:cNvPr>
          <p:cNvSpPr>
            <a:spLocks noGrp="1"/>
          </p:cNvSpPr>
          <p:nvPr>
            <p:ph type="pic" sz="quarter" idx="14"/>
          </p:nvPr>
        </p:nvSpPr>
        <p:spPr>
          <a:xfrm>
            <a:off x="4476000" y="1810800"/>
            <a:ext cx="3240000" cy="1800000"/>
          </a:xfrm>
        </p:spPr>
        <p:txBody>
          <a:bodyPr/>
          <a:lstStyle>
            <a:lvl1pPr>
              <a:defRPr>
                <a:solidFill>
                  <a:srgbClr val="243746"/>
                </a:solidFill>
              </a:defRPr>
            </a:lvl1pPr>
          </a:lstStyle>
          <a:p>
            <a:r>
              <a:rPr lang="en-US" noProof="0"/>
              <a:t>Click icon to add picture</a:t>
            </a:r>
            <a:endParaRPr lang="en-GB" noProof="0"/>
          </a:p>
        </p:txBody>
      </p:sp>
      <p:sp>
        <p:nvSpPr>
          <p:cNvPr id="11" name="Picture Placeholder 10">
            <a:extLst>
              <a:ext uri="{FF2B5EF4-FFF2-40B4-BE49-F238E27FC236}">
                <a16:creationId xmlns:a16="http://schemas.microsoft.com/office/drawing/2014/main" id="{FBC3ECC8-C305-4C0C-875D-732D6B6ADDCD}"/>
              </a:ext>
            </a:extLst>
          </p:cNvPr>
          <p:cNvSpPr>
            <a:spLocks noGrp="1"/>
          </p:cNvSpPr>
          <p:nvPr>
            <p:ph type="pic" sz="quarter" idx="15"/>
          </p:nvPr>
        </p:nvSpPr>
        <p:spPr>
          <a:xfrm>
            <a:off x="8256000" y="1810800"/>
            <a:ext cx="3240000" cy="1800000"/>
          </a:xfrm>
        </p:spPr>
        <p:txBody>
          <a:bodyPr/>
          <a:lstStyle>
            <a:lvl1pPr>
              <a:defRPr>
                <a:solidFill>
                  <a:srgbClr val="243746"/>
                </a:solidFill>
              </a:defRPr>
            </a:lvl1pPr>
          </a:lstStyle>
          <a:p>
            <a:r>
              <a:rPr lang="en-US" noProof="0"/>
              <a:t>Click icon to add picture</a:t>
            </a:r>
            <a:endParaRPr lang="en-GB" noProof="0"/>
          </a:p>
        </p:txBody>
      </p:sp>
      <p:sp>
        <p:nvSpPr>
          <p:cNvPr id="13" name="Text Placeholder 12">
            <a:extLst>
              <a:ext uri="{FF2B5EF4-FFF2-40B4-BE49-F238E27FC236}">
                <a16:creationId xmlns:a16="http://schemas.microsoft.com/office/drawing/2014/main" id="{0C247620-8094-4788-8C24-2157F205A77C}"/>
              </a:ext>
            </a:extLst>
          </p:cNvPr>
          <p:cNvSpPr>
            <a:spLocks noGrp="1"/>
          </p:cNvSpPr>
          <p:nvPr>
            <p:ph type="body" sz="quarter" idx="16" hasCustomPrompt="1"/>
          </p:nvPr>
        </p:nvSpPr>
        <p:spPr>
          <a:xfrm>
            <a:off x="694800" y="3790800"/>
            <a:ext cx="3240000" cy="540000"/>
          </a:xfrm>
          <a:solidFill>
            <a:srgbClr val="85B8A5"/>
          </a:solidFill>
        </p:spPr>
        <p:txBody>
          <a:bodyPr lIns="180000" tIns="72000" rIns="118800" bIns="72000" anchor="ctr"/>
          <a:lstStyle>
            <a:lvl1pPr marL="0" indent="0" algn="l">
              <a:buNone/>
              <a:defRPr sz="16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5" name="Text Placeholder 14">
            <a:extLst>
              <a:ext uri="{FF2B5EF4-FFF2-40B4-BE49-F238E27FC236}">
                <a16:creationId xmlns:a16="http://schemas.microsoft.com/office/drawing/2014/main" id="{E0030F90-F52A-4AC2-B0ED-92D9015CF87A}"/>
              </a:ext>
            </a:extLst>
          </p:cNvPr>
          <p:cNvSpPr>
            <a:spLocks noGrp="1"/>
          </p:cNvSpPr>
          <p:nvPr>
            <p:ph type="body" sz="quarter" idx="17" hasCustomPrompt="1"/>
          </p:nvPr>
        </p:nvSpPr>
        <p:spPr>
          <a:xfrm>
            <a:off x="694800" y="4330800"/>
            <a:ext cx="3240000" cy="1800000"/>
          </a:xfrm>
          <a:solidFill>
            <a:schemeClr val="accent4"/>
          </a:solidFill>
        </p:spPr>
        <p:txBody>
          <a:bodyPr lIns="180000" tIns="180000" rIns="180000" bIns="180000">
            <a:noAutofit/>
          </a:bodyPr>
          <a:lstStyle>
            <a:lvl1pPr marL="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6" name="Text Placeholder 12">
            <a:extLst>
              <a:ext uri="{FF2B5EF4-FFF2-40B4-BE49-F238E27FC236}">
                <a16:creationId xmlns:a16="http://schemas.microsoft.com/office/drawing/2014/main" id="{B8B28E43-FC3A-4E3C-B7A4-BFAC3F6291F2}"/>
              </a:ext>
            </a:extLst>
          </p:cNvPr>
          <p:cNvSpPr>
            <a:spLocks noGrp="1"/>
          </p:cNvSpPr>
          <p:nvPr>
            <p:ph type="body" sz="quarter" idx="18" hasCustomPrompt="1"/>
          </p:nvPr>
        </p:nvSpPr>
        <p:spPr>
          <a:xfrm>
            <a:off x="4476000" y="3790800"/>
            <a:ext cx="3240000" cy="540000"/>
          </a:xfrm>
          <a:solidFill>
            <a:srgbClr val="85B8A5"/>
          </a:solidFill>
          <a:ln>
            <a:noFill/>
          </a:ln>
        </p:spPr>
        <p:txBody>
          <a:bodyPr lIns="180000" tIns="72000" rIns="180000" bIns="72000" anchor="ctr"/>
          <a:lstStyle>
            <a:lvl1pPr marL="0" indent="0" algn="l">
              <a:buNone/>
              <a:defRPr sz="16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7" name="Text Placeholder 14">
            <a:extLst>
              <a:ext uri="{FF2B5EF4-FFF2-40B4-BE49-F238E27FC236}">
                <a16:creationId xmlns:a16="http://schemas.microsoft.com/office/drawing/2014/main" id="{D1324929-B8EB-44EC-8FF5-2C28A9CF9EAA}"/>
              </a:ext>
            </a:extLst>
          </p:cNvPr>
          <p:cNvSpPr>
            <a:spLocks noGrp="1"/>
          </p:cNvSpPr>
          <p:nvPr>
            <p:ph type="body" sz="quarter" idx="19" hasCustomPrompt="1"/>
          </p:nvPr>
        </p:nvSpPr>
        <p:spPr>
          <a:xfrm>
            <a:off x="4476000" y="4330800"/>
            <a:ext cx="3240000" cy="1800000"/>
          </a:xfrm>
          <a:solidFill>
            <a:schemeClr val="accent4"/>
          </a:solidFill>
        </p:spPr>
        <p:txBody>
          <a:bodyPr lIns="180000" tIns="180000" rIns="180000" bIns="180000">
            <a:noAutofit/>
          </a:bodyPr>
          <a:lstStyle>
            <a:lvl1pPr marL="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8" name="Text Placeholder 12">
            <a:extLst>
              <a:ext uri="{FF2B5EF4-FFF2-40B4-BE49-F238E27FC236}">
                <a16:creationId xmlns:a16="http://schemas.microsoft.com/office/drawing/2014/main" id="{65952D41-90C0-4970-97E4-DCC2E9111D0B}"/>
              </a:ext>
            </a:extLst>
          </p:cNvPr>
          <p:cNvSpPr>
            <a:spLocks noGrp="1"/>
          </p:cNvSpPr>
          <p:nvPr>
            <p:ph type="body" sz="quarter" idx="20" hasCustomPrompt="1"/>
          </p:nvPr>
        </p:nvSpPr>
        <p:spPr>
          <a:xfrm>
            <a:off x="8256000" y="3790800"/>
            <a:ext cx="3240000" cy="540000"/>
          </a:xfrm>
          <a:solidFill>
            <a:srgbClr val="85B8A5"/>
          </a:solidFill>
        </p:spPr>
        <p:txBody>
          <a:bodyPr lIns="180000" tIns="72000" rIns="180000" bIns="72000" anchor="ctr"/>
          <a:lstStyle>
            <a:lvl1pPr marL="0" indent="0" algn="l">
              <a:buNone/>
              <a:defRPr sz="16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9" name="Text Placeholder 14">
            <a:extLst>
              <a:ext uri="{FF2B5EF4-FFF2-40B4-BE49-F238E27FC236}">
                <a16:creationId xmlns:a16="http://schemas.microsoft.com/office/drawing/2014/main" id="{AE74CFD7-A4E4-43FE-9998-D7E8ADED458B}"/>
              </a:ext>
            </a:extLst>
          </p:cNvPr>
          <p:cNvSpPr>
            <a:spLocks noGrp="1"/>
          </p:cNvSpPr>
          <p:nvPr>
            <p:ph type="body" sz="quarter" idx="21" hasCustomPrompt="1"/>
          </p:nvPr>
        </p:nvSpPr>
        <p:spPr>
          <a:xfrm>
            <a:off x="8256000" y="4330800"/>
            <a:ext cx="3240000" cy="1800000"/>
          </a:xfrm>
          <a:solidFill>
            <a:schemeClr val="accent4"/>
          </a:solidFill>
        </p:spPr>
        <p:txBody>
          <a:bodyPr lIns="180000" tIns="180000" rIns="180000" bIns="180000">
            <a:noAutofit/>
          </a:bodyPr>
          <a:lstStyle>
            <a:lvl1pPr marL="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22" name="Slide Number Placeholder 19">
            <a:extLst>
              <a:ext uri="{FF2B5EF4-FFF2-40B4-BE49-F238E27FC236}">
                <a16:creationId xmlns:a16="http://schemas.microsoft.com/office/drawing/2014/main" id="{F1F39B4C-364B-4AFC-B899-8DD61C19D9CE}"/>
              </a:ext>
            </a:extLst>
          </p:cNvPr>
          <p:cNvSpPr>
            <a:spLocks noGrp="1" noRot="1" noMove="1" noResize="1" noEditPoints="1" noAdjustHandles="1" noChangeArrowheads="1" noChangeShapeType="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cxnSp>
        <p:nvCxnSpPr>
          <p:cNvPr id="3" name="Footer line">
            <a:extLst>
              <a:ext uri="{FF2B5EF4-FFF2-40B4-BE49-F238E27FC236}">
                <a16:creationId xmlns:a16="http://schemas.microsoft.com/office/drawing/2014/main" id="{6D95B2CA-66BD-9F70-AD85-54BC5D632277}"/>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08452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4Column-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A82A-D40B-4E23-84E3-79644D3CDD8E}"/>
              </a:ext>
            </a:extLst>
          </p:cNvPr>
          <p:cNvSpPr>
            <a:spLocks noGrp="1"/>
          </p:cNvSpPr>
          <p:nvPr>
            <p:ph type="title"/>
          </p:nvPr>
        </p:nvSpPr>
        <p:spPr/>
        <p:txBody>
          <a:bodyPr tIns="72000" anchor="t"/>
          <a:lstStyle>
            <a:lvl1pPr>
              <a:defRPr>
                <a:solidFill>
                  <a:srgbClr val="243746"/>
                </a:solidFill>
              </a:defRPr>
            </a:lvl1pPr>
          </a:lstStyle>
          <a:p>
            <a:r>
              <a:rPr lang="en-US" noProof="0"/>
              <a:t>Click to edit Master title style</a:t>
            </a:r>
            <a:endParaRPr lang="en-GB" noProof="0"/>
          </a:p>
        </p:txBody>
      </p:sp>
      <p:sp>
        <p:nvSpPr>
          <p:cNvPr id="7" name="Picture Placeholder 6">
            <a:extLst>
              <a:ext uri="{FF2B5EF4-FFF2-40B4-BE49-F238E27FC236}">
                <a16:creationId xmlns:a16="http://schemas.microsoft.com/office/drawing/2014/main" id="{E7251969-427C-48D2-85E3-C93C8311D358}"/>
              </a:ext>
            </a:extLst>
          </p:cNvPr>
          <p:cNvSpPr>
            <a:spLocks noGrp="1"/>
          </p:cNvSpPr>
          <p:nvPr>
            <p:ph type="pic" sz="quarter" idx="13"/>
          </p:nvPr>
        </p:nvSpPr>
        <p:spPr>
          <a:xfrm>
            <a:off x="704751" y="1810505"/>
            <a:ext cx="2340000" cy="1619245"/>
          </a:xfrm>
        </p:spPr>
        <p:txBody>
          <a:bodyPr/>
          <a:lstStyle>
            <a:lvl1pPr>
              <a:defRPr>
                <a:solidFill>
                  <a:srgbClr val="243746"/>
                </a:solidFill>
              </a:defRPr>
            </a:lvl1pPr>
          </a:lstStyle>
          <a:p>
            <a:r>
              <a:rPr lang="en-US" noProof="0"/>
              <a:t>Click icon to add picture</a:t>
            </a:r>
            <a:endParaRPr lang="en-GB" noProof="0"/>
          </a:p>
        </p:txBody>
      </p:sp>
      <p:sp>
        <p:nvSpPr>
          <p:cNvPr id="9" name="Picture Placeholder 8">
            <a:extLst>
              <a:ext uri="{FF2B5EF4-FFF2-40B4-BE49-F238E27FC236}">
                <a16:creationId xmlns:a16="http://schemas.microsoft.com/office/drawing/2014/main" id="{BE46F400-E293-4169-9EF5-5E49E5FB89E6}"/>
              </a:ext>
            </a:extLst>
          </p:cNvPr>
          <p:cNvSpPr>
            <a:spLocks noGrp="1"/>
          </p:cNvSpPr>
          <p:nvPr>
            <p:ph type="pic" sz="quarter" idx="14"/>
          </p:nvPr>
        </p:nvSpPr>
        <p:spPr>
          <a:xfrm>
            <a:off x="3399658" y="1809750"/>
            <a:ext cx="2520000" cy="1620000"/>
          </a:xfrm>
        </p:spPr>
        <p:txBody>
          <a:bodyPr/>
          <a:lstStyle>
            <a:lvl1pPr>
              <a:defRPr>
                <a:solidFill>
                  <a:srgbClr val="243746"/>
                </a:solidFill>
              </a:defRPr>
            </a:lvl1pPr>
          </a:lstStyle>
          <a:p>
            <a:r>
              <a:rPr lang="en-US" noProof="0"/>
              <a:t>Click icon to add picture</a:t>
            </a:r>
            <a:endParaRPr lang="en-GB" noProof="0"/>
          </a:p>
        </p:txBody>
      </p:sp>
      <p:sp>
        <p:nvSpPr>
          <p:cNvPr id="11" name="Picture Placeholder 10">
            <a:extLst>
              <a:ext uri="{FF2B5EF4-FFF2-40B4-BE49-F238E27FC236}">
                <a16:creationId xmlns:a16="http://schemas.microsoft.com/office/drawing/2014/main" id="{FBC3ECC8-C305-4C0C-875D-732D6B6ADDCD}"/>
              </a:ext>
            </a:extLst>
          </p:cNvPr>
          <p:cNvSpPr>
            <a:spLocks noGrp="1"/>
          </p:cNvSpPr>
          <p:nvPr>
            <p:ph type="pic" sz="quarter" idx="15"/>
          </p:nvPr>
        </p:nvSpPr>
        <p:spPr>
          <a:xfrm>
            <a:off x="6274565" y="1809750"/>
            <a:ext cx="2520000" cy="1620000"/>
          </a:xfrm>
        </p:spPr>
        <p:txBody>
          <a:bodyPr/>
          <a:lstStyle>
            <a:lvl1pPr>
              <a:defRPr>
                <a:solidFill>
                  <a:srgbClr val="243746"/>
                </a:solidFill>
              </a:defRPr>
            </a:lvl1pPr>
          </a:lstStyle>
          <a:p>
            <a:r>
              <a:rPr lang="en-US" noProof="0"/>
              <a:t>Click icon to add picture</a:t>
            </a:r>
            <a:endParaRPr lang="en-GB" noProof="0"/>
          </a:p>
        </p:txBody>
      </p:sp>
      <p:sp>
        <p:nvSpPr>
          <p:cNvPr id="13" name="Text Placeholder 12">
            <a:extLst>
              <a:ext uri="{FF2B5EF4-FFF2-40B4-BE49-F238E27FC236}">
                <a16:creationId xmlns:a16="http://schemas.microsoft.com/office/drawing/2014/main" id="{0C247620-8094-4788-8C24-2157F205A77C}"/>
              </a:ext>
            </a:extLst>
          </p:cNvPr>
          <p:cNvSpPr>
            <a:spLocks noGrp="1"/>
          </p:cNvSpPr>
          <p:nvPr>
            <p:ph type="body" sz="quarter" idx="16" hasCustomPrompt="1"/>
          </p:nvPr>
        </p:nvSpPr>
        <p:spPr>
          <a:xfrm>
            <a:off x="702528" y="3609000"/>
            <a:ext cx="2340000" cy="540000"/>
          </a:xfrm>
          <a:solidFill>
            <a:srgbClr val="85B8A5"/>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5" name="Text Placeholder 14">
            <a:extLst>
              <a:ext uri="{FF2B5EF4-FFF2-40B4-BE49-F238E27FC236}">
                <a16:creationId xmlns:a16="http://schemas.microsoft.com/office/drawing/2014/main" id="{E0030F90-F52A-4AC2-B0ED-92D9015CF87A}"/>
              </a:ext>
            </a:extLst>
          </p:cNvPr>
          <p:cNvSpPr>
            <a:spLocks noGrp="1"/>
          </p:cNvSpPr>
          <p:nvPr>
            <p:ph type="body" sz="quarter" idx="17" hasCustomPrompt="1"/>
          </p:nvPr>
        </p:nvSpPr>
        <p:spPr>
          <a:xfrm>
            <a:off x="702528" y="4149725"/>
            <a:ext cx="2340000" cy="1980000"/>
          </a:xfrm>
          <a:solidFill>
            <a:schemeClr val="accent4"/>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6" name="Text Placeholder 12">
            <a:extLst>
              <a:ext uri="{FF2B5EF4-FFF2-40B4-BE49-F238E27FC236}">
                <a16:creationId xmlns:a16="http://schemas.microsoft.com/office/drawing/2014/main" id="{B8B28E43-FC3A-4E3C-B7A4-BFAC3F6291F2}"/>
              </a:ext>
            </a:extLst>
          </p:cNvPr>
          <p:cNvSpPr>
            <a:spLocks noGrp="1"/>
          </p:cNvSpPr>
          <p:nvPr>
            <p:ph type="body" sz="quarter" idx="18" hasCustomPrompt="1"/>
          </p:nvPr>
        </p:nvSpPr>
        <p:spPr>
          <a:xfrm>
            <a:off x="3398176" y="3609000"/>
            <a:ext cx="2520000" cy="540000"/>
          </a:xfrm>
          <a:solidFill>
            <a:srgbClr val="85B8A5"/>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7" name="Text Placeholder 14">
            <a:extLst>
              <a:ext uri="{FF2B5EF4-FFF2-40B4-BE49-F238E27FC236}">
                <a16:creationId xmlns:a16="http://schemas.microsoft.com/office/drawing/2014/main" id="{D1324929-B8EB-44EC-8FF5-2C28A9CF9EAA}"/>
              </a:ext>
            </a:extLst>
          </p:cNvPr>
          <p:cNvSpPr>
            <a:spLocks noGrp="1"/>
          </p:cNvSpPr>
          <p:nvPr>
            <p:ph type="body" sz="quarter" idx="19" hasCustomPrompt="1"/>
          </p:nvPr>
        </p:nvSpPr>
        <p:spPr>
          <a:xfrm>
            <a:off x="3398176" y="4149338"/>
            <a:ext cx="2520000" cy="1980000"/>
          </a:xfrm>
          <a:solidFill>
            <a:schemeClr val="accent4"/>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8" name="Text Placeholder 12">
            <a:extLst>
              <a:ext uri="{FF2B5EF4-FFF2-40B4-BE49-F238E27FC236}">
                <a16:creationId xmlns:a16="http://schemas.microsoft.com/office/drawing/2014/main" id="{65952D41-90C0-4970-97E4-DCC2E9111D0B}"/>
              </a:ext>
            </a:extLst>
          </p:cNvPr>
          <p:cNvSpPr>
            <a:spLocks noGrp="1"/>
          </p:cNvSpPr>
          <p:nvPr>
            <p:ph type="body" sz="quarter" idx="20" hasCustomPrompt="1"/>
          </p:nvPr>
        </p:nvSpPr>
        <p:spPr>
          <a:xfrm>
            <a:off x="6273824" y="3609000"/>
            <a:ext cx="2520000" cy="540000"/>
          </a:xfrm>
          <a:solidFill>
            <a:srgbClr val="85B8A5"/>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9" name="Text Placeholder 14">
            <a:extLst>
              <a:ext uri="{FF2B5EF4-FFF2-40B4-BE49-F238E27FC236}">
                <a16:creationId xmlns:a16="http://schemas.microsoft.com/office/drawing/2014/main" id="{AE74CFD7-A4E4-43FE-9998-D7E8ADED458B}"/>
              </a:ext>
            </a:extLst>
          </p:cNvPr>
          <p:cNvSpPr>
            <a:spLocks noGrp="1"/>
          </p:cNvSpPr>
          <p:nvPr>
            <p:ph type="body" sz="quarter" idx="21" hasCustomPrompt="1"/>
          </p:nvPr>
        </p:nvSpPr>
        <p:spPr>
          <a:xfrm>
            <a:off x="6273824" y="4149338"/>
            <a:ext cx="2520000" cy="1980000"/>
          </a:xfrm>
          <a:solidFill>
            <a:schemeClr val="accent4"/>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22" name="Slide Number Placeholder 19">
            <a:extLst>
              <a:ext uri="{FF2B5EF4-FFF2-40B4-BE49-F238E27FC236}">
                <a16:creationId xmlns:a16="http://schemas.microsoft.com/office/drawing/2014/main" id="{F1F39B4C-364B-4AFC-B899-8DD61C19D9CE}"/>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sp>
        <p:nvSpPr>
          <p:cNvPr id="14" name="Picture Placeholder 10">
            <a:extLst>
              <a:ext uri="{FF2B5EF4-FFF2-40B4-BE49-F238E27FC236}">
                <a16:creationId xmlns:a16="http://schemas.microsoft.com/office/drawing/2014/main" id="{DD9B2730-1633-40E2-8BC2-F1C840471316}"/>
              </a:ext>
            </a:extLst>
          </p:cNvPr>
          <p:cNvSpPr>
            <a:spLocks noGrp="1"/>
          </p:cNvSpPr>
          <p:nvPr>
            <p:ph type="pic" sz="quarter" idx="22"/>
          </p:nvPr>
        </p:nvSpPr>
        <p:spPr>
          <a:xfrm>
            <a:off x="9149472" y="1809750"/>
            <a:ext cx="2340000" cy="1620000"/>
          </a:xfrm>
        </p:spPr>
        <p:txBody>
          <a:bodyPr/>
          <a:lstStyle>
            <a:lvl1pPr>
              <a:defRPr>
                <a:solidFill>
                  <a:srgbClr val="243746"/>
                </a:solidFill>
              </a:defRPr>
            </a:lvl1pPr>
          </a:lstStyle>
          <a:p>
            <a:r>
              <a:rPr lang="en-US" noProof="0"/>
              <a:t>Click icon to add picture</a:t>
            </a:r>
            <a:endParaRPr lang="en-GB" noProof="0"/>
          </a:p>
        </p:txBody>
      </p:sp>
      <p:sp>
        <p:nvSpPr>
          <p:cNvPr id="20" name="Text Placeholder 12">
            <a:extLst>
              <a:ext uri="{FF2B5EF4-FFF2-40B4-BE49-F238E27FC236}">
                <a16:creationId xmlns:a16="http://schemas.microsoft.com/office/drawing/2014/main" id="{3116D8BC-B55B-42AC-B449-0078EDE9394A}"/>
              </a:ext>
            </a:extLst>
          </p:cNvPr>
          <p:cNvSpPr>
            <a:spLocks noGrp="1"/>
          </p:cNvSpPr>
          <p:nvPr>
            <p:ph type="body" sz="quarter" idx="23" hasCustomPrompt="1"/>
          </p:nvPr>
        </p:nvSpPr>
        <p:spPr>
          <a:xfrm>
            <a:off x="9149472" y="3609000"/>
            <a:ext cx="2340000" cy="540000"/>
          </a:xfrm>
          <a:solidFill>
            <a:srgbClr val="85B8A5"/>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21" name="Text Placeholder 14">
            <a:extLst>
              <a:ext uri="{FF2B5EF4-FFF2-40B4-BE49-F238E27FC236}">
                <a16:creationId xmlns:a16="http://schemas.microsoft.com/office/drawing/2014/main" id="{5222868D-42E6-4FED-B90F-0A7F1DC09DD9}"/>
              </a:ext>
            </a:extLst>
          </p:cNvPr>
          <p:cNvSpPr>
            <a:spLocks noGrp="1"/>
          </p:cNvSpPr>
          <p:nvPr>
            <p:ph type="body" sz="quarter" idx="24" hasCustomPrompt="1"/>
          </p:nvPr>
        </p:nvSpPr>
        <p:spPr>
          <a:xfrm>
            <a:off x="9149472" y="4149725"/>
            <a:ext cx="2340000" cy="1979613"/>
          </a:xfrm>
          <a:solidFill>
            <a:schemeClr val="accent4"/>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cxnSp>
        <p:nvCxnSpPr>
          <p:cNvPr id="3" name="Footer line">
            <a:extLst>
              <a:ext uri="{FF2B5EF4-FFF2-40B4-BE49-F238E27FC236}">
                <a16:creationId xmlns:a16="http://schemas.microsoft.com/office/drawing/2014/main" id="{57C6EC40-2D1B-FFDC-422F-E34EF1BB107E}"/>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21079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Colored left column-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0" y="0"/>
            <a:ext cx="4656138" cy="6858000"/>
          </a:xfrm>
          <a:prstGeom prst="rect">
            <a:avLst/>
          </a:prstGeom>
          <a:solidFill>
            <a:srgbClr val="C3E4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5" y="2349500"/>
            <a:ext cx="3420676" cy="3779838"/>
          </a:xfrm>
        </p:spPr>
        <p:txBody>
          <a:bodyPr rIns="216000"/>
          <a:lstStyle>
            <a:lvl1pPr marL="0" indent="0">
              <a:buNone/>
              <a:defRPr sz="1400">
                <a:solidFill>
                  <a:srgbClr val="243746"/>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910801"/>
            <a:ext cx="3420676" cy="1079038"/>
          </a:xfrm>
        </p:spPr>
        <p:txBody>
          <a:bodyPr tIns="72000" rIns="0" bIns="180000" anchor="t"/>
          <a:lstStyle>
            <a:lvl1pPr>
              <a:defRPr>
                <a:solidFill>
                  <a:srgbClr val="243746"/>
                </a:solidFill>
              </a:defRPr>
            </a:lvl1pPr>
          </a:lstStyle>
          <a:p>
            <a:r>
              <a:rPr lang="en-US" noProof="0"/>
              <a:t>Click to edit Master title style</a:t>
            </a:r>
            <a:endParaRPr lang="en-GB" noProof="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5195888" y="1089025"/>
            <a:ext cx="6300786" cy="5030976"/>
          </a:xfrm>
          <a:prstGeom prst="rect">
            <a:avLst/>
          </a:prstGeom>
        </p:spPr>
        <p:txBody>
          <a:bodyPr lIns="180000" tIns="0" rIns="0" bIns="0"/>
          <a:lstStyle>
            <a:lvl1pPr>
              <a:defRPr sz="1400">
                <a:solidFill>
                  <a:srgbClr val="243746"/>
                </a:solidFill>
              </a:defRPr>
            </a:lvl1pPr>
            <a:lvl2pPr>
              <a:defRPr sz="1400">
                <a:solidFill>
                  <a:srgbClr val="243746"/>
                </a:solidFill>
              </a:defRPr>
            </a:lvl2pPr>
            <a:lvl3pPr>
              <a:defRPr sz="1400">
                <a:solidFill>
                  <a:srgbClr val="243746"/>
                </a:solidFill>
              </a:defRPr>
            </a:lvl3pPr>
            <a:lvl4pPr>
              <a:defRPr sz="1400">
                <a:solidFill>
                  <a:srgbClr val="243746"/>
                </a:solidFill>
              </a:defRPr>
            </a:lvl4pPr>
            <a:lvl5pPr>
              <a:defRPr sz="1400">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5" name="Footer line">
            <a:extLst>
              <a:ext uri="{FF2B5EF4-FFF2-40B4-BE49-F238E27FC236}">
                <a16:creationId xmlns:a16="http://schemas.microsoft.com/office/drawing/2014/main" id="{CBD27593-6AE3-F42A-0CEB-ED09363DCD3F}"/>
              </a:ext>
            </a:extLst>
          </p:cNvPr>
          <p:cNvCxnSpPr>
            <a:cxnSpLocks/>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23599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lored left column-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0" y="0"/>
            <a:ext cx="3935413" cy="6858000"/>
          </a:xfrm>
          <a:prstGeom prst="rect">
            <a:avLst/>
          </a:prstGeom>
          <a:solidFill>
            <a:srgbClr val="C3E4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4" y="2349500"/>
            <a:ext cx="2700338" cy="3770498"/>
          </a:xfrm>
        </p:spPr>
        <p:txBody>
          <a:bodyPr rIns="216000"/>
          <a:lstStyle>
            <a:lvl1pPr marL="0" indent="0">
              <a:buNone/>
              <a:defRPr>
                <a:solidFill>
                  <a:srgbClr val="243746"/>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910801"/>
            <a:ext cx="2700338" cy="1078338"/>
          </a:xfrm>
        </p:spPr>
        <p:txBody>
          <a:bodyPr tIns="72000" rIns="0" bIns="180000" anchor="t"/>
          <a:lstStyle>
            <a:lvl1pPr>
              <a:defRPr>
                <a:solidFill>
                  <a:srgbClr val="243746"/>
                </a:solidFill>
              </a:defRPr>
            </a:lvl1pPr>
          </a:lstStyle>
          <a:p>
            <a:r>
              <a:rPr lang="en-US" noProof="0"/>
              <a:t>Click to edit Master title style</a:t>
            </a:r>
            <a:endParaRPr lang="en-GB" noProof="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4476750" y="1089000"/>
            <a:ext cx="7019924" cy="5031001"/>
          </a:xfrm>
          <a:prstGeom prst="rect">
            <a:avLst/>
          </a:prstGeom>
        </p:spPr>
        <p:txBody>
          <a:bodyPr lIns="180000" tIns="0" rIns="0" b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5" name="Footer line">
            <a:extLst>
              <a:ext uri="{FF2B5EF4-FFF2-40B4-BE49-F238E27FC236}">
                <a16:creationId xmlns:a16="http://schemas.microsoft.com/office/drawing/2014/main" id="{336C300C-39A7-4D64-4573-232584A70C53}"/>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72973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3Column-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A82A-D40B-4E23-84E3-79644D3CDD8E}"/>
              </a:ext>
            </a:extLst>
          </p:cNvPr>
          <p:cNvSpPr>
            <a:spLocks noGrp="1"/>
          </p:cNvSpPr>
          <p:nvPr>
            <p:ph type="title"/>
          </p:nvPr>
        </p:nvSpPr>
        <p:spPr/>
        <p:txBody>
          <a:bodyPr tIns="72000" anchor="t"/>
          <a:lstStyle>
            <a:lvl1pPr>
              <a:defRPr>
                <a:solidFill>
                  <a:srgbClr val="243746"/>
                </a:solidFill>
              </a:defRPr>
            </a:lvl1pPr>
          </a:lstStyle>
          <a:p>
            <a:r>
              <a:rPr lang="en-US" noProof="0"/>
              <a:t>Click to edit Master title style</a:t>
            </a:r>
            <a:endParaRPr lang="en-GB" noProof="0"/>
          </a:p>
        </p:txBody>
      </p:sp>
      <p:sp>
        <p:nvSpPr>
          <p:cNvPr id="7" name="Picture Placeholder 6">
            <a:extLst>
              <a:ext uri="{FF2B5EF4-FFF2-40B4-BE49-F238E27FC236}">
                <a16:creationId xmlns:a16="http://schemas.microsoft.com/office/drawing/2014/main" id="{E7251969-427C-48D2-85E3-C93C8311D358}"/>
              </a:ext>
            </a:extLst>
          </p:cNvPr>
          <p:cNvSpPr>
            <a:spLocks noGrp="1"/>
          </p:cNvSpPr>
          <p:nvPr>
            <p:ph type="pic" sz="quarter" idx="13"/>
          </p:nvPr>
        </p:nvSpPr>
        <p:spPr>
          <a:xfrm>
            <a:off x="696000" y="1810800"/>
            <a:ext cx="3240000" cy="1800000"/>
          </a:xfrm>
        </p:spPr>
        <p:txBody>
          <a:bodyPr/>
          <a:lstStyle>
            <a:lvl1pPr>
              <a:defRPr>
                <a:solidFill>
                  <a:srgbClr val="243746"/>
                </a:solidFill>
              </a:defRPr>
            </a:lvl1pPr>
          </a:lstStyle>
          <a:p>
            <a:r>
              <a:rPr lang="en-US" noProof="0"/>
              <a:t>Click icon to add picture</a:t>
            </a:r>
            <a:endParaRPr lang="en-GB" noProof="0"/>
          </a:p>
        </p:txBody>
      </p:sp>
      <p:sp>
        <p:nvSpPr>
          <p:cNvPr id="9" name="Picture Placeholder 8">
            <a:extLst>
              <a:ext uri="{FF2B5EF4-FFF2-40B4-BE49-F238E27FC236}">
                <a16:creationId xmlns:a16="http://schemas.microsoft.com/office/drawing/2014/main" id="{BE46F400-E293-4169-9EF5-5E49E5FB89E6}"/>
              </a:ext>
            </a:extLst>
          </p:cNvPr>
          <p:cNvSpPr>
            <a:spLocks noGrp="1"/>
          </p:cNvSpPr>
          <p:nvPr>
            <p:ph type="pic" sz="quarter" idx="14"/>
          </p:nvPr>
        </p:nvSpPr>
        <p:spPr>
          <a:xfrm>
            <a:off x="4476000" y="1810800"/>
            <a:ext cx="3240000" cy="1800000"/>
          </a:xfrm>
        </p:spPr>
        <p:txBody>
          <a:bodyPr/>
          <a:lstStyle>
            <a:lvl1pPr>
              <a:defRPr>
                <a:solidFill>
                  <a:srgbClr val="243746"/>
                </a:solidFill>
              </a:defRPr>
            </a:lvl1pPr>
          </a:lstStyle>
          <a:p>
            <a:r>
              <a:rPr lang="en-US" noProof="0"/>
              <a:t>Click icon to add picture</a:t>
            </a:r>
            <a:endParaRPr lang="en-GB" noProof="0"/>
          </a:p>
        </p:txBody>
      </p:sp>
      <p:sp>
        <p:nvSpPr>
          <p:cNvPr id="11" name="Picture Placeholder 10">
            <a:extLst>
              <a:ext uri="{FF2B5EF4-FFF2-40B4-BE49-F238E27FC236}">
                <a16:creationId xmlns:a16="http://schemas.microsoft.com/office/drawing/2014/main" id="{FBC3ECC8-C305-4C0C-875D-732D6B6ADDCD}"/>
              </a:ext>
            </a:extLst>
          </p:cNvPr>
          <p:cNvSpPr>
            <a:spLocks noGrp="1"/>
          </p:cNvSpPr>
          <p:nvPr>
            <p:ph type="pic" sz="quarter" idx="15"/>
          </p:nvPr>
        </p:nvSpPr>
        <p:spPr>
          <a:xfrm>
            <a:off x="8256000" y="1810800"/>
            <a:ext cx="3240000" cy="1800000"/>
          </a:xfrm>
        </p:spPr>
        <p:txBody>
          <a:bodyPr/>
          <a:lstStyle>
            <a:lvl1pPr>
              <a:defRPr>
                <a:solidFill>
                  <a:srgbClr val="243746"/>
                </a:solidFill>
              </a:defRPr>
            </a:lvl1pPr>
          </a:lstStyle>
          <a:p>
            <a:r>
              <a:rPr lang="en-US" noProof="0"/>
              <a:t>Click icon to add picture</a:t>
            </a:r>
            <a:endParaRPr lang="en-GB" noProof="0"/>
          </a:p>
        </p:txBody>
      </p:sp>
      <p:sp>
        <p:nvSpPr>
          <p:cNvPr id="13" name="Text Placeholder 12">
            <a:extLst>
              <a:ext uri="{FF2B5EF4-FFF2-40B4-BE49-F238E27FC236}">
                <a16:creationId xmlns:a16="http://schemas.microsoft.com/office/drawing/2014/main" id="{0C247620-8094-4788-8C24-2157F205A77C}"/>
              </a:ext>
            </a:extLst>
          </p:cNvPr>
          <p:cNvSpPr>
            <a:spLocks noGrp="1"/>
          </p:cNvSpPr>
          <p:nvPr>
            <p:ph type="body" sz="quarter" idx="16" hasCustomPrompt="1"/>
          </p:nvPr>
        </p:nvSpPr>
        <p:spPr>
          <a:xfrm>
            <a:off x="694800" y="3790800"/>
            <a:ext cx="3240000" cy="540000"/>
          </a:xfrm>
          <a:solidFill>
            <a:srgbClr val="DF6D61"/>
          </a:solidFill>
        </p:spPr>
        <p:txBody>
          <a:bodyPr lIns="180000" tIns="72000" rIns="118800" bIns="72000" anchor="ctr"/>
          <a:lstStyle>
            <a:lvl1pPr marL="0" indent="0" algn="l">
              <a:buNone/>
              <a:defRPr sz="16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5" name="Text Placeholder 14">
            <a:extLst>
              <a:ext uri="{FF2B5EF4-FFF2-40B4-BE49-F238E27FC236}">
                <a16:creationId xmlns:a16="http://schemas.microsoft.com/office/drawing/2014/main" id="{E0030F90-F52A-4AC2-B0ED-92D9015CF87A}"/>
              </a:ext>
            </a:extLst>
          </p:cNvPr>
          <p:cNvSpPr>
            <a:spLocks noGrp="1"/>
          </p:cNvSpPr>
          <p:nvPr>
            <p:ph type="body" sz="quarter" idx="17" hasCustomPrompt="1"/>
          </p:nvPr>
        </p:nvSpPr>
        <p:spPr>
          <a:xfrm>
            <a:off x="694800" y="4330800"/>
            <a:ext cx="3240000" cy="1800000"/>
          </a:xfrm>
          <a:solidFill>
            <a:srgbClr val="FEE0C8"/>
          </a:solidFill>
        </p:spPr>
        <p:txBody>
          <a:bodyPr lIns="180000" tIns="180000" rIns="180000" bIns="180000">
            <a:noAutofit/>
          </a:bodyPr>
          <a:lstStyle>
            <a:lvl1pPr marL="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6" name="Text Placeholder 12">
            <a:extLst>
              <a:ext uri="{FF2B5EF4-FFF2-40B4-BE49-F238E27FC236}">
                <a16:creationId xmlns:a16="http://schemas.microsoft.com/office/drawing/2014/main" id="{B8B28E43-FC3A-4E3C-B7A4-BFAC3F6291F2}"/>
              </a:ext>
            </a:extLst>
          </p:cNvPr>
          <p:cNvSpPr>
            <a:spLocks noGrp="1"/>
          </p:cNvSpPr>
          <p:nvPr>
            <p:ph type="body" sz="quarter" idx="18" hasCustomPrompt="1"/>
          </p:nvPr>
        </p:nvSpPr>
        <p:spPr>
          <a:xfrm>
            <a:off x="4476000" y="3790800"/>
            <a:ext cx="3240000" cy="540000"/>
          </a:xfrm>
          <a:solidFill>
            <a:srgbClr val="DF6D61"/>
          </a:solidFill>
          <a:ln>
            <a:noFill/>
          </a:ln>
        </p:spPr>
        <p:txBody>
          <a:bodyPr lIns="180000" tIns="72000" rIns="180000" bIns="72000" anchor="ctr"/>
          <a:lstStyle>
            <a:lvl1pPr marL="0" indent="0" algn="l">
              <a:buNone/>
              <a:defRPr sz="16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7" name="Text Placeholder 14">
            <a:extLst>
              <a:ext uri="{FF2B5EF4-FFF2-40B4-BE49-F238E27FC236}">
                <a16:creationId xmlns:a16="http://schemas.microsoft.com/office/drawing/2014/main" id="{D1324929-B8EB-44EC-8FF5-2C28A9CF9EAA}"/>
              </a:ext>
            </a:extLst>
          </p:cNvPr>
          <p:cNvSpPr>
            <a:spLocks noGrp="1"/>
          </p:cNvSpPr>
          <p:nvPr>
            <p:ph type="body" sz="quarter" idx="19" hasCustomPrompt="1"/>
          </p:nvPr>
        </p:nvSpPr>
        <p:spPr>
          <a:xfrm>
            <a:off x="4476000" y="4330800"/>
            <a:ext cx="3240000" cy="1800000"/>
          </a:xfrm>
          <a:solidFill>
            <a:srgbClr val="FEE0C8"/>
          </a:solidFill>
        </p:spPr>
        <p:txBody>
          <a:bodyPr lIns="180000" tIns="180000" rIns="180000" bIns="180000">
            <a:noAutofit/>
          </a:bodyPr>
          <a:lstStyle>
            <a:lvl1pPr marL="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8" name="Text Placeholder 12">
            <a:extLst>
              <a:ext uri="{FF2B5EF4-FFF2-40B4-BE49-F238E27FC236}">
                <a16:creationId xmlns:a16="http://schemas.microsoft.com/office/drawing/2014/main" id="{65952D41-90C0-4970-97E4-DCC2E9111D0B}"/>
              </a:ext>
            </a:extLst>
          </p:cNvPr>
          <p:cNvSpPr>
            <a:spLocks noGrp="1"/>
          </p:cNvSpPr>
          <p:nvPr>
            <p:ph type="body" sz="quarter" idx="20" hasCustomPrompt="1"/>
          </p:nvPr>
        </p:nvSpPr>
        <p:spPr>
          <a:xfrm>
            <a:off x="8256000" y="3790800"/>
            <a:ext cx="3240000" cy="540000"/>
          </a:xfrm>
          <a:solidFill>
            <a:srgbClr val="DF6D61"/>
          </a:solidFill>
        </p:spPr>
        <p:txBody>
          <a:bodyPr lIns="180000" tIns="72000" rIns="180000" bIns="72000" anchor="ctr"/>
          <a:lstStyle>
            <a:lvl1pPr marL="0" indent="0" algn="l">
              <a:buNone/>
              <a:defRPr sz="16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9" name="Text Placeholder 14">
            <a:extLst>
              <a:ext uri="{FF2B5EF4-FFF2-40B4-BE49-F238E27FC236}">
                <a16:creationId xmlns:a16="http://schemas.microsoft.com/office/drawing/2014/main" id="{AE74CFD7-A4E4-43FE-9998-D7E8ADED458B}"/>
              </a:ext>
            </a:extLst>
          </p:cNvPr>
          <p:cNvSpPr>
            <a:spLocks noGrp="1"/>
          </p:cNvSpPr>
          <p:nvPr>
            <p:ph type="body" sz="quarter" idx="21" hasCustomPrompt="1"/>
          </p:nvPr>
        </p:nvSpPr>
        <p:spPr>
          <a:xfrm>
            <a:off x="8256000" y="4330800"/>
            <a:ext cx="3240000" cy="1800000"/>
          </a:xfrm>
          <a:solidFill>
            <a:srgbClr val="FEE0C8"/>
          </a:solidFill>
        </p:spPr>
        <p:txBody>
          <a:bodyPr lIns="180000" tIns="180000" rIns="180000" bIns="180000">
            <a:noAutofit/>
          </a:bodyPr>
          <a:lstStyle>
            <a:lvl1pPr marL="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22" name="Slide Number Placeholder 19">
            <a:extLst>
              <a:ext uri="{FF2B5EF4-FFF2-40B4-BE49-F238E27FC236}">
                <a16:creationId xmlns:a16="http://schemas.microsoft.com/office/drawing/2014/main" id="{F1F39B4C-364B-4AFC-B899-8DD61C19D9CE}"/>
              </a:ext>
            </a:extLst>
          </p:cNvPr>
          <p:cNvSpPr>
            <a:spLocks noGrp="1" noRot="1" noMove="1" noResize="1" noEditPoints="1" noAdjustHandles="1" noChangeArrowheads="1" noChangeShapeType="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cxnSp>
        <p:nvCxnSpPr>
          <p:cNvPr id="3" name="Footer line">
            <a:extLst>
              <a:ext uri="{FF2B5EF4-FFF2-40B4-BE49-F238E27FC236}">
                <a16:creationId xmlns:a16="http://schemas.microsoft.com/office/drawing/2014/main" id="{6D95B2CA-66BD-9F70-AD85-54BC5D632277}"/>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04703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4Column-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A82A-D40B-4E23-84E3-79644D3CDD8E}"/>
              </a:ext>
            </a:extLst>
          </p:cNvPr>
          <p:cNvSpPr>
            <a:spLocks noGrp="1"/>
          </p:cNvSpPr>
          <p:nvPr>
            <p:ph type="title"/>
          </p:nvPr>
        </p:nvSpPr>
        <p:spPr/>
        <p:txBody>
          <a:bodyPr tIns="72000" anchor="t"/>
          <a:lstStyle>
            <a:lvl1pPr>
              <a:defRPr>
                <a:solidFill>
                  <a:srgbClr val="243746"/>
                </a:solidFill>
              </a:defRPr>
            </a:lvl1pPr>
          </a:lstStyle>
          <a:p>
            <a:r>
              <a:rPr lang="en-US" noProof="0"/>
              <a:t>Click to edit Master title style</a:t>
            </a:r>
            <a:endParaRPr lang="en-GB" noProof="0"/>
          </a:p>
        </p:txBody>
      </p:sp>
      <p:sp>
        <p:nvSpPr>
          <p:cNvPr id="7" name="Picture Placeholder 6">
            <a:extLst>
              <a:ext uri="{FF2B5EF4-FFF2-40B4-BE49-F238E27FC236}">
                <a16:creationId xmlns:a16="http://schemas.microsoft.com/office/drawing/2014/main" id="{E7251969-427C-48D2-85E3-C93C8311D358}"/>
              </a:ext>
            </a:extLst>
          </p:cNvPr>
          <p:cNvSpPr>
            <a:spLocks noGrp="1"/>
          </p:cNvSpPr>
          <p:nvPr>
            <p:ph type="pic" sz="quarter" idx="13"/>
          </p:nvPr>
        </p:nvSpPr>
        <p:spPr>
          <a:xfrm>
            <a:off x="704751" y="1810505"/>
            <a:ext cx="2340000" cy="1619245"/>
          </a:xfrm>
        </p:spPr>
        <p:txBody>
          <a:bodyPr/>
          <a:lstStyle>
            <a:lvl1pPr>
              <a:defRPr>
                <a:solidFill>
                  <a:srgbClr val="243746"/>
                </a:solidFill>
              </a:defRPr>
            </a:lvl1pPr>
          </a:lstStyle>
          <a:p>
            <a:r>
              <a:rPr lang="en-US" noProof="0"/>
              <a:t>Click icon to add picture</a:t>
            </a:r>
            <a:endParaRPr lang="en-GB" noProof="0"/>
          </a:p>
        </p:txBody>
      </p:sp>
      <p:sp>
        <p:nvSpPr>
          <p:cNvPr id="9" name="Picture Placeholder 8">
            <a:extLst>
              <a:ext uri="{FF2B5EF4-FFF2-40B4-BE49-F238E27FC236}">
                <a16:creationId xmlns:a16="http://schemas.microsoft.com/office/drawing/2014/main" id="{BE46F400-E293-4169-9EF5-5E49E5FB89E6}"/>
              </a:ext>
            </a:extLst>
          </p:cNvPr>
          <p:cNvSpPr>
            <a:spLocks noGrp="1"/>
          </p:cNvSpPr>
          <p:nvPr>
            <p:ph type="pic" sz="quarter" idx="14"/>
          </p:nvPr>
        </p:nvSpPr>
        <p:spPr>
          <a:xfrm>
            <a:off x="3399658" y="1809750"/>
            <a:ext cx="2520000" cy="1620000"/>
          </a:xfrm>
        </p:spPr>
        <p:txBody>
          <a:bodyPr/>
          <a:lstStyle>
            <a:lvl1pPr>
              <a:defRPr>
                <a:solidFill>
                  <a:srgbClr val="243746"/>
                </a:solidFill>
              </a:defRPr>
            </a:lvl1pPr>
          </a:lstStyle>
          <a:p>
            <a:r>
              <a:rPr lang="en-US" noProof="0"/>
              <a:t>Click icon to add picture</a:t>
            </a:r>
            <a:endParaRPr lang="en-GB" noProof="0"/>
          </a:p>
        </p:txBody>
      </p:sp>
      <p:sp>
        <p:nvSpPr>
          <p:cNvPr id="11" name="Picture Placeholder 10">
            <a:extLst>
              <a:ext uri="{FF2B5EF4-FFF2-40B4-BE49-F238E27FC236}">
                <a16:creationId xmlns:a16="http://schemas.microsoft.com/office/drawing/2014/main" id="{FBC3ECC8-C305-4C0C-875D-732D6B6ADDCD}"/>
              </a:ext>
            </a:extLst>
          </p:cNvPr>
          <p:cNvSpPr>
            <a:spLocks noGrp="1"/>
          </p:cNvSpPr>
          <p:nvPr>
            <p:ph type="pic" sz="quarter" idx="15"/>
          </p:nvPr>
        </p:nvSpPr>
        <p:spPr>
          <a:xfrm>
            <a:off x="6274565" y="1809750"/>
            <a:ext cx="2520000" cy="1620000"/>
          </a:xfrm>
        </p:spPr>
        <p:txBody>
          <a:bodyPr/>
          <a:lstStyle>
            <a:lvl1pPr>
              <a:defRPr>
                <a:solidFill>
                  <a:srgbClr val="243746"/>
                </a:solidFill>
              </a:defRPr>
            </a:lvl1pPr>
          </a:lstStyle>
          <a:p>
            <a:r>
              <a:rPr lang="en-US" noProof="0"/>
              <a:t>Click icon to add picture</a:t>
            </a:r>
            <a:endParaRPr lang="en-GB" noProof="0"/>
          </a:p>
        </p:txBody>
      </p:sp>
      <p:sp>
        <p:nvSpPr>
          <p:cNvPr id="13" name="Text Placeholder 12">
            <a:extLst>
              <a:ext uri="{FF2B5EF4-FFF2-40B4-BE49-F238E27FC236}">
                <a16:creationId xmlns:a16="http://schemas.microsoft.com/office/drawing/2014/main" id="{0C247620-8094-4788-8C24-2157F205A77C}"/>
              </a:ext>
            </a:extLst>
          </p:cNvPr>
          <p:cNvSpPr>
            <a:spLocks noGrp="1"/>
          </p:cNvSpPr>
          <p:nvPr>
            <p:ph type="body" sz="quarter" idx="16" hasCustomPrompt="1"/>
          </p:nvPr>
        </p:nvSpPr>
        <p:spPr>
          <a:xfrm>
            <a:off x="702528" y="3609000"/>
            <a:ext cx="2340000" cy="540000"/>
          </a:xfrm>
          <a:solidFill>
            <a:srgbClr val="DF6D61"/>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5" name="Text Placeholder 14">
            <a:extLst>
              <a:ext uri="{FF2B5EF4-FFF2-40B4-BE49-F238E27FC236}">
                <a16:creationId xmlns:a16="http://schemas.microsoft.com/office/drawing/2014/main" id="{E0030F90-F52A-4AC2-B0ED-92D9015CF87A}"/>
              </a:ext>
            </a:extLst>
          </p:cNvPr>
          <p:cNvSpPr>
            <a:spLocks noGrp="1"/>
          </p:cNvSpPr>
          <p:nvPr>
            <p:ph type="body" sz="quarter" idx="17" hasCustomPrompt="1"/>
          </p:nvPr>
        </p:nvSpPr>
        <p:spPr>
          <a:xfrm>
            <a:off x="702528" y="4149725"/>
            <a:ext cx="2340000" cy="1980000"/>
          </a:xfrm>
          <a:solidFill>
            <a:srgbClr val="FEE0C8"/>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6" name="Text Placeholder 12">
            <a:extLst>
              <a:ext uri="{FF2B5EF4-FFF2-40B4-BE49-F238E27FC236}">
                <a16:creationId xmlns:a16="http://schemas.microsoft.com/office/drawing/2014/main" id="{B8B28E43-FC3A-4E3C-B7A4-BFAC3F6291F2}"/>
              </a:ext>
            </a:extLst>
          </p:cNvPr>
          <p:cNvSpPr>
            <a:spLocks noGrp="1"/>
          </p:cNvSpPr>
          <p:nvPr>
            <p:ph type="body" sz="quarter" idx="18" hasCustomPrompt="1"/>
          </p:nvPr>
        </p:nvSpPr>
        <p:spPr>
          <a:xfrm>
            <a:off x="3398176" y="3609000"/>
            <a:ext cx="2520000" cy="540000"/>
          </a:xfrm>
          <a:solidFill>
            <a:srgbClr val="DF6D61"/>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7" name="Text Placeholder 14">
            <a:extLst>
              <a:ext uri="{FF2B5EF4-FFF2-40B4-BE49-F238E27FC236}">
                <a16:creationId xmlns:a16="http://schemas.microsoft.com/office/drawing/2014/main" id="{D1324929-B8EB-44EC-8FF5-2C28A9CF9EAA}"/>
              </a:ext>
            </a:extLst>
          </p:cNvPr>
          <p:cNvSpPr>
            <a:spLocks noGrp="1"/>
          </p:cNvSpPr>
          <p:nvPr>
            <p:ph type="body" sz="quarter" idx="19" hasCustomPrompt="1"/>
          </p:nvPr>
        </p:nvSpPr>
        <p:spPr>
          <a:xfrm>
            <a:off x="3398176" y="4149338"/>
            <a:ext cx="2520000" cy="1980000"/>
          </a:xfrm>
          <a:solidFill>
            <a:srgbClr val="FEE0C8"/>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18" name="Text Placeholder 12">
            <a:extLst>
              <a:ext uri="{FF2B5EF4-FFF2-40B4-BE49-F238E27FC236}">
                <a16:creationId xmlns:a16="http://schemas.microsoft.com/office/drawing/2014/main" id="{65952D41-90C0-4970-97E4-DCC2E9111D0B}"/>
              </a:ext>
            </a:extLst>
          </p:cNvPr>
          <p:cNvSpPr>
            <a:spLocks noGrp="1"/>
          </p:cNvSpPr>
          <p:nvPr>
            <p:ph type="body" sz="quarter" idx="20" hasCustomPrompt="1"/>
          </p:nvPr>
        </p:nvSpPr>
        <p:spPr>
          <a:xfrm>
            <a:off x="6273824" y="3609000"/>
            <a:ext cx="2520000" cy="540000"/>
          </a:xfrm>
          <a:solidFill>
            <a:srgbClr val="DF6D61"/>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9" name="Text Placeholder 14">
            <a:extLst>
              <a:ext uri="{FF2B5EF4-FFF2-40B4-BE49-F238E27FC236}">
                <a16:creationId xmlns:a16="http://schemas.microsoft.com/office/drawing/2014/main" id="{AE74CFD7-A4E4-43FE-9998-D7E8ADED458B}"/>
              </a:ext>
            </a:extLst>
          </p:cNvPr>
          <p:cNvSpPr>
            <a:spLocks noGrp="1"/>
          </p:cNvSpPr>
          <p:nvPr>
            <p:ph type="body" sz="quarter" idx="21" hasCustomPrompt="1"/>
          </p:nvPr>
        </p:nvSpPr>
        <p:spPr>
          <a:xfrm>
            <a:off x="6273824" y="4149338"/>
            <a:ext cx="2520000" cy="1980000"/>
          </a:xfrm>
          <a:solidFill>
            <a:srgbClr val="FEE0C8"/>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sp>
        <p:nvSpPr>
          <p:cNvPr id="22" name="Slide Number Placeholder 19">
            <a:extLst>
              <a:ext uri="{FF2B5EF4-FFF2-40B4-BE49-F238E27FC236}">
                <a16:creationId xmlns:a16="http://schemas.microsoft.com/office/drawing/2014/main" id="{F1F39B4C-364B-4AFC-B899-8DD61C19D9CE}"/>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sp>
        <p:nvSpPr>
          <p:cNvPr id="14" name="Picture Placeholder 10">
            <a:extLst>
              <a:ext uri="{FF2B5EF4-FFF2-40B4-BE49-F238E27FC236}">
                <a16:creationId xmlns:a16="http://schemas.microsoft.com/office/drawing/2014/main" id="{DD9B2730-1633-40E2-8BC2-F1C840471316}"/>
              </a:ext>
            </a:extLst>
          </p:cNvPr>
          <p:cNvSpPr>
            <a:spLocks noGrp="1"/>
          </p:cNvSpPr>
          <p:nvPr>
            <p:ph type="pic" sz="quarter" idx="22"/>
          </p:nvPr>
        </p:nvSpPr>
        <p:spPr>
          <a:xfrm>
            <a:off x="9149472" y="1809750"/>
            <a:ext cx="2340000" cy="1620000"/>
          </a:xfrm>
        </p:spPr>
        <p:txBody>
          <a:bodyPr/>
          <a:lstStyle>
            <a:lvl1pPr>
              <a:defRPr>
                <a:solidFill>
                  <a:srgbClr val="243746"/>
                </a:solidFill>
              </a:defRPr>
            </a:lvl1pPr>
          </a:lstStyle>
          <a:p>
            <a:r>
              <a:rPr lang="en-US" noProof="0"/>
              <a:t>Click icon to add picture</a:t>
            </a:r>
            <a:endParaRPr lang="en-GB" noProof="0"/>
          </a:p>
        </p:txBody>
      </p:sp>
      <p:sp>
        <p:nvSpPr>
          <p:cNvPr id="20" name="Text Placeholder 12">
            <a:extLst>
              <a:ext uri="{FF2B5EF4-FFF2-40B4-BE49-F238E27FC236}">
                <a16:creationId xmlns:a16="http://schemas.microsoft.com/office/drawing/2014/main" id="{3116D8BC-B55B-42AC-B449-0078EDE9394A}"/>
              </a:ext>
            </a:extLst>
          </p:cNvPr>
          <p:cNvSpPr>
            <a:spLocks noGrp="1"/>
          </p:cNvSpPr>
          <p:nvPr>
            <p:ph type="body" sz="quarter" idx="23" hasCustomPrompt="1"/>
          </p:nvPr>
        </p:nvSpPr>
        <p:spPr>
          <a:xfrm>
            <a:off x="9149472" y="3609000"/>
            <a:ext cx="2340000" cy="540000"/>
          </a:xfrm>
          <a:solidFill>
            <a:srgbClr val="DF6D61"/>
          </a:solidFill>
        </p:spPr>
        <p:txBody>
          <a:bodyPr lIns="180000" tIns="72000" rIns="180000" bIns="72000" anchor="ctr"/>
          <a:lstStyle>
            <a:lvl1pPr marL="0" indent="0" algn="l">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21" name="Text Placeholder 14">
            <a:extLst>
              <a:ext uri="{FF2B5EF4-FFF2-40B4-BE49-F238E27FC236}">
                <a16:creationId xmlns:a16="http://schemas.microsoft.com/office/drawing/2014/main" id="{5222868D-42E6-4FED-B90F-0A7F1DC09DD9}"/>
              </a:ext>
            </a:extLst>
          </p:cNvPr>
          <p:cNvSpPr>
            <a:spLocks noGrp="1"/>
          </p:cNvSpPr>
          <p:nvPr>
            <p:ph type="body" sz="quarter" idx="24" hasCustomPrompt="1"/>
          </p:nvPr>
        </p:nvSpPr>
        <p:spPr>
          <a:xfrm>
            <a:off x="9149472" y="4149725"/>
            <a:ext cx="2340000" cy="1979613"/>
          </a:xfrm>
          <a:solidFill>
            <a:srgbClr val="FEE0C8"/>
          </a:solidFill>
        </p:spPr>
        <p:txBody>
          <a:bodyPr lIns="180000" tIns="180000" rIns="180000" bIns="180000">
            <a:noAutofit/>
          </a:bodyPr>
          <a:lstStyle>
            <a:lvl1pPr marL="0" indent="0" algn="l">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Edit Master text styles</a:t>
            </a:r>
          </a:p>
        </p:txBody>
      </p:sp>
      <p:cxnSp>
        <p:nvCxnSpPr>
          <p:cNvPr id="3" name="Footer line">
            <a:extLst>
              <a:ext uri="{FF2B5EF4-FFF2-40B4-BE49-F238E27FC236}">
                <a16:creationId xmlns:a16="http://schemas.microsoft.com/office/drawing/2014/main" id="{57C6EC40-2D1B-FFDC-422F-E34EF1BB107E}"/>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4841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Colored left column-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0" y="0"/>
            <a:ext cx="3935413" cy="6858000"/>
          </a:xfrm>
          <a:prstGeom prst="rect">
            <a:avLst/>
          </a:prstGeom>
          <a:solidFill>
            <a:srgbClr val="E994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4" y="2349500"/>
            <a:ext cx="2700338" cy="3770498"/>
          </a:xfrm>
        </p:spPr>
        <p:txBody>
          <a:bodyPr rIns="216000"/>
          <a:lstStyle>
            <a:lvl1pPr marL="0" indent="0">
              <a:buNone/>
              <a:defRPr>
                <a:solidFill>
                  <a:schemeClr val="bg1"/>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910801"/>
            <a:ext cx="2700338" cy="1078338"/>
          </a:xfrm>
        </p:spPr>
        <p:txBody>
          <a:bodyPr tIns="72000" rIns="0" bIns="180000" anchor="t"/>
          <a:lstStyle>
            <a:lvl1pPr>
              <a:defRPr>
                <a:solidFill>
                  <a:schemeClr val="bg1"/>
                </a:solidFill>
              </a:defRPr>
            </a:lvl1pPr>
          </a:lstStyle>
          <a:p>
            <a:r>
              <a:rPr lang="en-US" noProof="0"/>
              <a:t>Click to edit Master title style</a:t>
            </a:r>
            <a:endParaRPr lang="en-GB" noProof="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4476750" y="1089000"/>
            <a:ext cx="7019924" cy="5031001"/>
          </a:xfrm>
          <a:prstGeom prst="rect">
            <a:avLst/>
          </a:prstGeom>
        </p:spPr>
        <p:txBody>
          <a:bodyPr lIns="180000" tIns="0" rIns="0" b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5" name="Footer line">
            <a:extLst>
              <a:ext uri="{FF2B5EF4-FFF2-40B4-BE49-F238E27FC236}">
                <a16:creationId xmlns:a16="http://schemas.microsoft.com/office/drawing/2014/main" id="{336C300C-39A7-4D64-4573-232584A70C53}"/>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55931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lored left column-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0" y="0"/>
            <a:ext cx="4656138" cy="6858000"/>
          </a:xfrm>
          <a:prstGeom prst="rect">
            <a:avLst/>
          </a:prstGeom>
          <a:solidFill>
            <a:srgbClr val="E994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5" y="2349500"/>
            <a:ext cx="3420676" cy="3779838"/>
          </a:xfrm>
        </p:spPr>
        <p:txBody>
          <a:bodyPr rIns="216000"/>
          <a:lstStyle>
            <a:lvl1pPr marL="0" indent="0">
              <a:buNone/>
              <a:defRPr sz="1400">
                <a:solidFill>
                  <a:schemeClr val="bg1"/>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910801"/>
            <a:ext cx="3420676" cy="1079038"/>
          </a:xfrm>
        </p:spPr>
        <p:txBody>
          <a:bodyPr tIns="72000" rIns="0" bIns="180000" anchor="t"/>
          <a:lstStyle>
            <a:lvl1pPr>
              <a:defRPr>
                <a:solidFill>
                  <a:schemeClr val="bg1"/>
                </a:solidFill>
              </a:defRPr>
            </a:lvl1pPr>
          </a:lstStyle>
          <a:p>
            <a:r>
              <a:rPr lang="en-US" noProof="0"/>
              <a:t>Click to edit Master title style</a:t>
            </a:r>
            <a:endParaRPr lang="en-GB" noProof="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5195888" y="1089025"/>
            <a:ext cx="6300786" cy="5030976"/>
          </a:xfrm>
          <a:prstGeom prst="rect">
            <a:avLst/>
          </a:prstGeom>
        </p:spPr>
        <p:txBody>
          <a:bodyPr lIns="180000" tIns="0" rIns="0" bIns="0"/>
          <a:lstStyle>
            <a:lvl1pPr>
              <a:defRPr sz="1400">
                <a:solidFill>
                  <a:srgbClr val="243746"/>
                </a:solidFill>
              </a:defRPr>
            </a:lvl1pPr>
            <a:lvl2pPr>
              <a:defRPr sz="1400">
                <a:solidFill>
                  <a:srgbClr val="243746"/>
                </a:solidFill>
              </a:defRPr>
            </a:lvl2pPr>
            <a:lvl3pPr>
              <a:defRPr sz="1400">
                <a:solidFill>
                  <a:srgbClr val="243746"/>
                </a:solidFill>
              </a:defRPr>
            </a:lvl3pPr>
            <a:lvl4pPr>
              <a:defRPr sz="1400">
                <a:solidFill>
                  <a:srgbClr val="243746"/>
                </a:solidFill>
              </a:defRPr>
            </a:lvl4pPr>
            <a:lvl5pPr>
              <a:defRPr sz="1400">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5" name="Footer line">
            <a:extLst>
              <a:ext uri="{FF2B5EF4-FFF2-40B4-BE49-F238E27FC236}">
                <a16:creationId xmlns:a16="http://schemas.microsoft.com/office/drawing/2014/main" id="{CBD27593-6AE3-F42A-0CEB-ED09363DCD3F}"/>
              </a:ext>
            </a:extLst>
          </p:cNvPr>
          <p:cNvCxnSpPr>
            <a:cxnSpLocks/>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21779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Colored left column-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0" y="0"/>
            <a:ext cx="3935413" cy="6858000"/>
          </a:xfrm>
          <a:prstGeom prst="rect">
            <a:avLst/>
          </a:prstGeom>
          <a:solidFill>
            <a:srgbClr val="86A7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4" y="2349500"/>
            <a:ext cx="2700338" cy="3770498"/>
          </a:xfrm>
        </p:spPr>
        <p:txBody>
          <a:bodyPr rIns="216000"/>
          <a:lstStyle>
            <a:lvl1pPr marL="0" indent="0">
              <a:buNone/>
              <a:defRPr>
                <a:solidFill>
                  <a:schemeClr val="bg1"/>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910801"/>
            <a:ext cx="2700338" cy="1078338"/>
          </a:xfrm>
        </p:spPr>
        <p:txBody>
          <a:bodyPr tIns="72000" rIns="0" bIns="180000" anchor="t"/>
          <a:lstStyle>
            <a:lvl1pPr>
              <a:defRPr>
                <a:solidFill>
                  <a:schemeClr val="bg1"/>
                </a:solidFill>
              </a:defRPr>
            </a:lvl1pPr>
          </a:lstStyle>
          <a:p>
            <a:r>
              <a:rPr lang="en-US" noProof="0"/>
              <a:t>Click to edit Master title style</a:t>
            </a:r>
            <a:endParaRPr lang="en-GB" noProof="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4476750" y="1089000"/>
            <a:ext cx="7019924" cy="5031001"/>
          </a:xfrm>
          <a:prstGeom prst="rect">
            <a:avLst/>
          </a:prstGeom>
        </p:spPr>
        <p:txBody>
          <a:bodyPr lIns="180000" tIns="0" rIns="0" b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5" name="Footer line">
            <a:extLst>
              <a:ext uri="{FF2B5EF4-FFF2-40B4-BE49-F238E27FC236}">
                <a16:creationId xmlns:a16="http://schemas.microsoft.com/office/drawing/2014/main" id="{336C300C-39A7-4D64-4573-232584A70C53}"/>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32313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Colored left column-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0" y="0"/>
            <a:ext cx="4656138" cy="6858000"/>
          </a:xfrm>
          <a:prstGeom prst="rect">
            <a:avLst/>
          </a:prstGeom>
          <a:solidFill>
            <a:srgbClr val="86A7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5" y="2349500"/>
            <a:ext cx="3420676" cy="3779838"/>
          </a:xfrm>
        </p:spPr>
        <p:txBody>
          <a:bodyPr rIns="216000"/>
          <a:lstStyle>
            <a:lvl1pPr marL="0" indent="0">
              <a:buNone/>
              <a:defRPr sz="1400">
                <a:solidFill>
                  <a:schemeClr val="bg1"/>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910801"/>
            <a:ext cx="3420676" cy="1079038"/>
          </a:xfrm>
        </p:spPr>
        <p:txBody>
          <a:bodyPr tIns="72000" rIns="0" bIns="180000" anchor="t"/>
          <a:lstStyle>
            <a:lvl1pPr>
              <a:defRPr>
                <a:solidFill>
                  <a:schemeClr val="bg1"/>
                </a:solidFill>
              </a:defRPr>
            </a:lvl1pPr>
          </a:lstStyle>
          <a:p>
            <a:r>
              <a:rPr lang="en-US" noProof="0"/>
              <a:t>Click to edit Master title style</a:t>
            </a:r>
            <a:endParaRPr lang="en-GB" noProof="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5195888" y="1089025"/>
            <a:ext cx="6300786" cy="5030976"/>
          </a:xfrm>
          <a:prstGeom prst="rect">
            <a:avLst/>
          </a:prstGeom>
        </p:spPr>
        <p:txBody>
          <a:bodyPr lIns="180000" tIns="0" rIns="0" bIns="0"/>
          <a:lstStyle>
            <a:lvl1pPr>
              <a:defRPr sz="1400">
                <a:solidFill>
                  <a:srgbClr val="243746"/>
                </a:solidFill>
              </a:defRPr>
            </a:lvl1pPr>
            <a:lvl2pPr>
              <a:defRPr sz="1400">
                <a:solidFill>
                  <a:srgbClr val="243746"/>
                </a:solidFill>
              </a:defRPr>
            </a:lvl2pPr>
            <a:lvl3pPr>
              <a:defRPr sz="1400">
                <a:solidFill>
                  <a:srgbClr val="243746"/>
                </a:solidFill>
              </a:defRPr>
            </a:lvl3pPr>
            <a:lvl4pPr>
              <a:defRPr sz="1400">
                <a:solidFill>
                  <a:srgbClr val="243746"/>
                </a:solidFill>
              </a:defRPr>
            </a:lvl4pPr>
            <a:lvl5pPr>
              <a:defRPr sz="1400">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5" name="Footer line">
            <a:extLst>
              <a:ext uri="{FF2B5EF4-FFF2-40B4-BE49-F238E27FC236}">
                <a16:creationId xmlns:a16="http://schemas.microsoft.com/office/drawing/2014/main" id="{CBD27593-6AE3-F42A-0CEB-ED09363DCD3F}"/>
              </a:ext>
            </a:extLst>
          </p:cNvPr>
          <p:cNvCxnSpPr>
            <a:cxnSpLocks/>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336711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lored right column">
    <p:bg>
      <p:bgPr>
        <a:solidFill>
          <a:srgbClr val="DFF5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0" y="0"/>
            <a:ext cx="393541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4" y="2349501"/>
            <a:ext cx="2700338" cy="3779838"/>
          </a:xfrm>
        </p:spPr>
        <p:txBody>
          <a:bodyPr tIns="0" rIns="0" bIns="0"/>
          <a:lstStyle>
            <a:lvl1pPr marL="0" indent="0">
              <a:buNone/>
              <a:defRPr>
                <a:solidFill>
                  <a:srgbClr val="243746"/>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910801"/>
            <a:ext cx="2700338" cy="1078338"/>
          </a:xfrm>
        </p:spPr>
        <p:txBody>
          <a:bodyPr tIns="72000" rIns="0" bIns="0" anchor="t"/>
          <a:lstStyle>
            <a:lvl1pPr>
              <a:defRPr>
                <a:solidFill>
                  <a:srgbClr val="243746"/>
                </a:solidFill>
              </a:defRPr>
            </a:lvl1pPr>
          </a:lstStyle>
          <a:p>
            <a:r>
              <a:rPr lang="en-US" noProof="0"/>
              <a:t>Click to edit Master title style</a:t>
            </a:r>
            <a:endParaRPr lang="en-GB" noProof="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hasCustomPrompt="1"/>
          </p:nvPr>
        </p:nvSpPr>
        <p:spPr>
          <a:xfrm>
            <a:off x="4475999" y="1089025"/>
            <a:ext cx="7020675" cy="5040314"/>
          </a:xfrm>
          <a:prstGeom prst="rect">
            <a:avLst/>
          </a:prstGeom>
        </p:spPr>
        <p:txBody>
          <a:bodyPr lIns="0" tIns="0" rIns="0" b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5" name="Footer line">
            <a:extLst>
              <a:ext uri="{FF2B5EF4-FFF2-40B4-BE49-F238E27FC236}">
                <a16:creationId xmlns:a16="http://schemas.microsoft.com/office/drawing/2014/main" id="{C022ED4C-43E4-97FC-A786-A40849B86F9A}"/>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92305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Colored top row">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EFD93E6-D8FD-41B3-ADA5-A3DE5E502876}"/>
              </a:ext>
            </a:extLst>
          </p:cNvPr>
          <p:cNvSpPr>
            <a:spLocks noGrp="1"/>
          </p:cNvSpPr>
          <p:nvPr>
            <p:ph type="pic" idx="1"/>
          </p:nvPr>
        </p:nvSpPr>
        <p:spPr>
          <a:xfrm>
            <a:off x="0" y="0"/>
            <a:ext cx="12192000" cy="3787807"/>
          </a:xfrm>
          <a:solidFill>
            <a:srgbClr val="DFF5FF"/>
          </a:solidFill>
        </p:spPr>
        <p:txBody>
          <a:bodyPr anchor="ctr">
            <a:normAutofit/>
          </a:bodyPr>
          <a:lstStyle>
            <a:lvl1pPr marL="0" indent="0" algn="ctr">
              <a:buNone/>
              <a:defRPr sz="1400">
                <a:latin typeface="+mj-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GB" noProof="0"/>
          </a:p>
        </p:txBody>
      </p:sp>
      <p:sp>
        <p:nvSpPr>
          <p:cNvPr id="2" name="Title 1">
            <a:extLst>
              <a:ext uri="{FF2B5EF4-FFF2-40B4-BE49-F238E27FC236}">
                <a16:creationId xmlns:a16="http://schemas.microsoft.com/office/drawing/2014/main" id="{A398326F-7ADC-4CFA-A21A-595F3F82C21D}"/>
              </a:ext>
            </a:extLst>
          </p:cNvPr>
          <p:cNvSpPr>
            <a:spLocks noGrp="1"/>
          </p:cNvSpPr>
          <p:nvPr>
            <p:ph type="title"/>
          </p:nvPr>
        </p:nvSpPr>
        <p:spPr>
          <a:xfrm>
            <a:off x="695324" y="3968750"/>
            <a:ext cx="2881313" cy="2160582"/>
          </a:xfrm>
        </p:spPr>
        <p:txBody>
          <a:bodyPr tIns="72000" rIns="0" anchor="t"/>
          <a:lstStyle>
            <a:lvl1pPr>
              <a:lnSpc>
                <a:spcPct val="100000"/>
              </a:lnSpc>
              <a:defRPr sz="2400">
                <a:solidFill>
                  <a:srgbClr val="243746"/>
                </a:solidFill>
              </a:defRPr>
            </a:lvl1pPr>
          </a:lstStyle>
          <a:p>
            <a:r>
              <a:rPr lang="en-US" noProof="0"/>
              <a:t>Click to edit Master title style</a:t>
            </a:r>
            <a:endParaRPr lang="en-GB" noProof="0"/>
          </a:p>
        </p:txBody>
      </p:sp>
      <p:sp>
        <p:nvSpPr>
          <p:cNvPr id="4" name="Text Placeholder 3">
            <a:extLst>
              <a:ext uri="{FF2B5EF4-FFF2-40B4-BE49-F238E27FC236}">
                <a16:creationId xmlns:a16="http://schemas.microsoft.com/office/drawing/2014/main" id="{946593F6-5C04-42C5-853B-0828D06EBDC8}"/>
              </a:ext>
            </a:extLst>
          </p:cNvPr>
          <p:cNvSpPr>
            <a:spLocks noGrp="1"/>
          </p:cNvSpPr>
          <p:nvPr>
            <p:ph type="body" sz="half" idx="2" hasCustomPrompt="1"/>
          </p:nvPr>
        </p:nvSpPr>
        <p:spPr>
          <a:xfrm>
            <a:off x="4295775" y="4149725"/>
            <a:ext cx="7200900" cy="1979613"/>
          </a:xfrm>
        </p:spPr>
        <p:txBody>
          <a:bodyPr lIns="0" tIns="0" rIns="0"/>
          <a:lstStyle>
            <a:lvl1pPr marL="0" indent="0">
              <a:buNone/>
              <a:defRPr sz="1600">
                <a:solidFill>
                  <a:srgbClr val="24374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9" name="Slide Number Placeholder 19">
            <a:extLst>
              <a:ext uri="{FF2B5EF4-FFF2-40B4-BE49-F238E27FC236}">
                <a16:creationId xmlns:a16="http://schemas.microsoft.com/office/drawing/2014/main" id="{05DF783A-B52F-42AD-A2BE-6C3FD3EF3FA6}"/>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cxnSp>
        <p:nvCxnSpPr>
          <p:cNvPr id="5" name="Footer line">
            <a:extLst>
              <a:ext uri="{FF2B5EF4-FFF2-40B4-BE49-F238E27FC236}">
                <a16:creationId xmlns:a16="http://schemas.microsoft.com/office/drawing/2014/main" id="{A5D7DD4A-AF71-5C05-7AE2-F5FF334B803B}"/>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71499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Colored top row">
    <p:bg>
      <p:bgPr>
        <a:solidFill>
          <a:srgbClr val="A8C3DB"/>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00B0546-DC29-80EE-6DA0-4F7C670B9B05}"/>
              </a:ext>
            </a:extLst>
          </p:cNvPr>
          <p:cNvSpPr/>
          <p:nvPr userDrawn="1"/>
        </p:nvSpPr>
        <p:spPr>
          <a:xfrm>
            <a:off x="0" y="0"/>
            <a:ext cx="12192000" cy="6858000"/>
          </a:xfrm>
          <a:prstGeom prst="rect">
            <a:avLst/>
          </a:prstGeom>
          <a:solidFill>
            <a:srgbClr val="A8C3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Title 1">
            <a:extLst>
              <a:ext uri="{FF2B5EF4-FFF2-40B4-BE49-F238E27FC236}">
                <a16:creationId xmlns:a16="http://schemas.microsoft.com/office/drawing/2014/main" id="{A398326F-7ADC-4CFA-A21A-595F3F82C21D}"/>
              </a:ext>
            </a:extLst>
          </p:cNvPr>
          <p:cNvSpPr>
            <a:spLocks noGrp="1"/>
          </p:cNvSpPr>
          <p:nvPr>
            <p:ph type="title" hasCustomPrompt="1"/>
          </p:nvPr>
        </p:nvSpPr>
        <p:spPr>
          <a:xfrm>
            <a:off x="695325" y="1089000"/>
            <a:ext cx="5400675" cy="2160582"/>
          </a:xfrm>
        </p:spPr>
        <p:txBody>
          <a:bodyPr tIns="72000" rIns="0" anchor="t"/>
          <a:lstStyle>
            <a:lvl1pPr>
              <a:lnSpc>
                <a:spcPct val="100000"/>
              </a:lnSpc>
              <a:defRPr sz="4000">
                <a:solidFill>
                  <a:schemeClr val="accent1"/>
                </a:solidFill>
                <a:latin typeface="+mn-lt"/>
              </a:defRPr>
            </a:lvl1pPr>
          </a:lstStyle>
          <a:p>
            <a:r>
              <a:rPr lang="en-US" noProof="0"/>
              <a:t>Click to edit </a:t>
            </a:r>
            <a:br>
              <a:rPr lang="en-US" noProof="0"/>
            </a:br>
            <a:r>
              <a:rPr lang="en-US" noProof="0"/>
              <a:t>the chapter title in one or multiple lines </a:t>
            </a:r>
            <a:endParaRPr lang="en-GB" noProof="0"/>
          </a:p>
        </p:txBody>
      </p:sp>
      <p:sp>
        <p:nvSpPr>
          <p:cNvPr id="4" name="Text Placeholder 3">
            <a:extLst>
              <a:ext uri="{FF2B5EF4-FFF2-40B4-BE49-F238E27FC236}">
                <a16:creationId xmlns:a16="http://schemas.microsoft.com/office/drawing/2014/main" id="{946593F6-5C04-42C5-853B-0828D06EBDC8}"/>
              </a:ext>
            </a:extLst>
          </p:cNvPr>
          <p:cNvSpPr>
            <a:spLocks noGrp="1"/>
          </p:cNvSpPr>
          <p:nvPr>
            <p:ph type="body" sz="half" idx="2" hasCustomPrompt="1"/>
          </p:nvPr>
        </p:nvSpPr>
        <p:spPr>
          <a:xfrm>
            <a:off x="695325" y="3429000"/>
            <a:ext cx="9175750" cy="719138"/>
          </a:xfrm>
        </p:spPr>
        <p:txBody>
          <a:bodyPr lIns="0" tIns="0" rIns="0"/>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additional information</a:t>
            </a:r>
          </a:p>
        </p:txBody>
      </p:sp>
      <p:sp>
        <p:nvSpPr>
          <p:cNvPr id="9" name="Slide Number Placeholder 19" hidden="1">
            <a:extLst>
              <a:ext uri="{FF2B5EF4-FFF2-40B4-BE49-F238E27FC236}">
                <a16:creationId xmlns:a16="http://schemas.microsoft.com/office/drawing/2014/main" id="{05DF783A-B52F-42AD-A2BE-6C3FD3EF3FA6}"/>
              </a:ext>
            </a:extLst>
          </p:cNvPr>
          <p:cNvSpPr>
            <a:spLocks noGrp="1" noRot="1" noMove="1" noResize="1" noEditPoints="1" noAdjustHandles="1" noChangeArrowheads="1" noChangeShapeType="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cxnSp>
        <p:nvCxnSpPr>
          <p:cNvPr id="5" name="Footer line" hidden="1">
            <a:extLst>
              <a:ext uri="{FF2B5EF4-FFF2-40B4-BE49-F238E27FC236}">
                <a16:creationId xmlns:a16="http://schemas.microsoft.com/office/drawing/2014/main" id="{A5D7DD4A-AF71-5C05-7AE2-F5FF334B803B}"/>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8172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olored top row">
    <p:bg>
      <p:bgPr>
        <a:solidFill>
          <a:srgbClr val="A8C3DB"/>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00B0546-DC29-80EE-6DA0-4F7C670B9B05}"/>
              </a:ext>
            </a:extLst>
          </p:cNvPr>
          <p:cNvSpPr/>
          <p:nvPr userDrawn="1"/>
        </p:nvSpPr>
        <p:spPr>
          <a:xfrm>
            <a:off x="0" y="0"/>
            <a:ext cx="12192000" cy="6858000"/>
          </a:xfrm>
          <a:prstGeom prst="rect">
            <a:avLst/>
          </a:prstGeom>
          <a:solidFill>
            <a:srgbClr val="2240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Title 1">
            <a:extLst>
              <a:ext uri="{FF2B5EF4-FFF2-40B4-BE49-F238E27FC236}">
                <a16:creationId xmlns:a16="http://schemas.microsoft.com/office/drawing/2014/main" id="{A398326F-7ADC-4CFA-A21A-595F3F82C21D}"/>
              </a:ext>
            </a:extLst>
          </p:cNvPr>
          <p:cNvSpPr>
            <a:spLocks noGrp="1"/>
          </p:cNvSpPr>
          <p:nvPr>
            <p:ph type="title" hasCustomPrompt="1"/>
          </p:nvPr>
        </p:nvSpPr>
        <p:spPr>
          <a:xfrm>
            <a:off x="695325" y="1089000"/>
            <a:ext cx="5400675" cy="2160582"/>
          </a:xfrm>
        </p:spPr>
        <p:txBody>
          <a:bodyPr tIns="72000" rIns="0" anchor="t"/>
          <a:lstStyle>
            <a:lvl1pPr>
              <a:lnSpc>
                <a:spcPct val="100000"/>
              </a:lnSpc>
              <a:defRPr sz="4000">
                <a:solidFill>
                  <a:schemeClr val="bg1"/>
                </a:solidFill>
                <a:latin typeface="+mn-lt"/>
              </a:defRPr>
            </a:lvl1pPr>
          </a:lstStyle>
          <a:p>
            <a:r>
              <a:rPr lang="en-US" noProof="0"/>
              <a:t>Click to edit </a:t>
            </a:r>
            <a:br>
              <a:rPr lang="en-US" noProof="0"/>
            </a:br>
            <a:r>
              <a:rPr lang="en-US" noProof="0"/>
              <a:t>the chapter title in one or multiple lines </a:t>
            </a:r>
            <a:endParaRPr lang="en-GB" noProof="0"/>
          </a:p>
        </p:txBody>
      </p:sp>
      <p:sp>
        <p:nvSpPr>
          <p:cNvPr id="4" name="Text Placeholder 3">
            <a:extLst>
              <a:ext uri="{FF2B5EF4-FFF2-40B4-BE49-F238E27FC236}">
                <a16:creationId xmlns:a16="http://schemas.microsoft.com/office/drawing/2014/main" id="{946593F6-5C04-42C5-853B-0828D06EBDC8}"/>
              </a:ext>
            </a:extLst>
          </p:cNvPr>
          <p:cNvSpPr>
            <a:spLocks noGrp="1"/>
          </p:cNvSpPr>
          <p:nvPr>
            <p:ph type="body" sz="half" idx="2" hasCustomPrompt="1"/>
          </p:nvPr>
        </p:nvSpPr>
        <p:spPr>
          <a:xfrm>
            <a:off x="695325" y="3429000"/>
            <a:ext cx="9175750" cy="719138"/>
          </a:xfrm>
        </p:spPr>
        <p:txBody>
          <a:bodyPr lIns="0" tIns="0" rIns="0"/>
          <a:lstStyle>
            <a:lvl1pPr marL="0" indent="0">
              <a:buNone/>
              <a:defRPr sz="1600">
                <a:solidFill>
                  <a:srgbClr val="ABD6BB"/>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additional information</a:t>
            </a:r>
          </a:p>
        </p:txBody>
      </p:sp>
      <p:sp>
        <p:nvSpPr>
          <p:cNvPr id="9" name="Slide Number Placeholder 19" hidden="1">
            <a:extLst>
              <a:ext uri="{FF2B5EF4-FFF2-40B4-BE49-F238E27FC236}">
                <a16:creationId xmlns:a16="http://schemas.microsoft.com/office/drawing/2014/main" id="{05DF783A-B52F-42AD-A2BE-6C3FD3EF3FA6}"/>
              </a:ext>
            </a:extLst>
          </p:cNvPr>
          <p:cNvSpPr>
            <a:spLocks noGrp="1" noRot="1" noMove="1" noResize="1" noEditPoints="1" noAdjustHandles="1" noChangeArrowheads="1" noChangeShapeType="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cxnSp>
        <p:nvCxnSpPr>
          <p:cNvPr id="5" name="Footer line" hidden="1">
            <a:extLst>
              <a:ext uri="{FF2B5EF4-FFF2-40B4-BE49-F238E27FC236}">
                <a16:creationId xmlns:a16="http://schemas.microsoft.com/office/drawing/2014/main" id="{A5D7DD4A-AF71-5C05-7AE2-F5FF334B803B}"/>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0981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Colored top row">
    <p:bg>
      <p:bgPr>
        <a:solidFill>
          <a:srgbClr val="A8C3DB"/>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00B0546-DC29-80EE-6DA0-4F7C670B9B05}"/>
              </a:ext>
            </a:extLst>
          </p:cNvPr>
          <p:cNvSpPr/>
          <p:nvPr userDrawn="1"/>
        </p:nvSpPr>
        <p:spPr>
          <a:xfrm>
            <a:off x="0" y="0"/>
            <a:ext cx="12192000" cy="6858000"/>
          </a:xfrm>
          <a:prstGeom prst="rect">
            <a:avLst/>
          </a:prstGeom>
          <a:solidFill>
            <a:srgbClr val="F5C3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Title 1">
            <a:extLst>
              <a:ext uri="{FF2B5EF4-FFF2-40B4-BE49-F238E27FC236}">
                <a16:creationId xmlns:a16="http://schemas.microsoft.com/office/drawing/2014/main" id="{A398326F-7ADC-4CFA-A21A-595F3F82C21D}"/>
              </a:ext>
            </a:extLst>
          </p:cNvPr>
          <p:cNvSpPr>
            <a:spLocks noGrp="1"/>
          </p:cNvSpPr>
          <p:nvPr>
            <p:ph type="title" hasCustomPrompt="1"/>
          </p:nvPr>
        </p:nvSpPr>
        <p:spPr>
          <a:xfrm>
            <a:off x="695325" y="1089000"/>
            <a:ext cx="5400675" cy="2160582"/>
          </a:xfrm>
        </p:spPr>
        <p:txBody>
          <a:bodyPr tIns="72000" rIns="0" anchor="t"/>
          <a:lstStyle>
            <a:lvl1pPr>
              <a:lnSpc>
                <a:spcPct val="100000"/>
              </a:lnSpc>
              <a:defRPr sz="4000">
                <a:solidFill>
                  <a:srgbClr val="DF6D61"/>
                </a:solidFill>
                <a:latin typeface="+mn-lt"/>
              </a:defRPr>
            </a:lvl1pPr>
          </a:lstStyle>
          <a:p>
            <a:r>
              <a:rPr lang="en-US" noProof="0"/>
              <a:t>Click to edit </a:t>
            </a:r>
            <a:br>
              <a:rPr lang="en-US" noProof="0"/>
            </a:br>
            <a:r>
              <a:rPr lang="en-US" noProof="0"/>
              <a:t>the chapter title in one or multiple lines </a:t>
            </a:r>
            <a:endParaRPr lang="en-GB" noProof="0"/>
          </a:p>
        </p:txBody>
      </p:sp>
      <p:sp>
        <p:nvSpPr>
          <p:cNvPr id="4" name="Text Placeholder 3">
            <a:extLst>
              <a:ext uri="{FF2B5EF4-FFF2-40B4-BE49-F238E27FC236}">
                <a16:creationId xmlns:a16="http://schemas.microsoft.com/office/drawing/2014/main" id="{946593F6-5C04-42C5-853B-0828D06EBDC8}"/>
              </a:ext>
            </a:extLst>
          </p:cNvPr>
          <p:cNvSpPr>
            <a:spLocks noGrp="1"/>
          </p:cNvSpPr>
          <p:nvPr>
            <p:ph type="body" sz="half" idx="2" hasCustomPrompt="1"/>
          </p:nvPr>
        </p:nvSpPr>
        <p:spPr>
          <a:xfrm>
            <a:off x="695325" y="3429000"/>
            <a:ext cx="9175750" cy="719138"/>
          </a:xfrm>
        </p:spPr>
        <p:txBody>
          <a:bodyPr lIns="0" tIns="0" rIns="0"/>
          <a:lstStyle>
            <a:lvl1pPr marL="0" indent="0">
              <a:buNone/>
              <a:defRPr sz="1600">
                <a:solidFill>
                  <a:schemeClr val="accent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additional information</a:t>
            </a:r>
          </a:p>
        </p:txBody>
      </p:sp>
      <p:sp>
        <p:nvSpPr>
          <p:cNvPr id="9" name="Slide Number Placeholder 19" hidden="1">
            <a:extLst>
              <a:ext uri="{FF2B5EF4-FFF2-40B4-BE49-F238E27FC236}">
                <a16:creationId xmlns:a16="http://schemas.microsoft.com/office/drawing/2014/main" id="{05DF783A-B52F-42AD-A2BE-6C3FD3EF3FA6}"/>
              </a:ext>
            </a:extLst>
          </p:cNvPr>
          <p:cNvSpPr>
            <a:spLocks noGrp="1" noRot="1" noMove="1" noResize="1" noEditPoints="1" noAdjustHandles="1" noChangeArrowheads="1" noChangeShapeType="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cxnSp>
        <p:nvCxnSpPr>
          <p:cNvPr id="5" name="Footer line" hidden="1">
            <a:extLst>
              <a:ext uri="{FF2B5EF4-FFF2-40B4-BE49-F238E27FC236}">
                <a16:creationId xmlns:a16="http://schemas.microsoft.com/office/drawing/2014/main" id="{A5D7DD4A-AF71-5C05-7AE2-F5FF334B803B}"/>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77983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Colored top row">
    <p:bg>
      <p:bgPr>
        <a:solidFill>
          <a:srgbClr val="A8C3DB"/>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00B0546-DC29-80EE-6DA0-4F7C670B9B05}"/>
              </a:ext>
            </a:extLst>
          </p:cNvPr>
          <p:cNvSpPr/>
          <p:nvPr userDrawn="1"/>
        </p:nvSpPr>
        <p:spPr>
          <a:xfrm>
            <a:off x="0" y="0"/>
            <a:ext cx="12192000" cy="6858000"/>
          </a:xfrm>
          <a:prstGeom prst="rect">
            <a:avLst/>
          </a:prstGeom>
          <a:solidFill>
            <a:srgbClr val="DF6D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Title 1">
            <a:extLst>
              <a:ext uri="{FF2B5EF4-FFF2-40B4-BE49-F238E27FC236}">
                <a16:creationId xmlns:a16="http://schemas.microsoft.com/office/drawing/2014/main" id="{A398326F-7ADC-4CFA-A21A-595F3F82C21D}"/>
              </a:ext>
            </a:extLst>
          </p:cNvPr>
          <p:cNvSpPr>
            <a:spLocks noGrp="1"/>
          </p:cNvSpPr>
          <p:nvPr>
            <p:ph type="title" hasCustomPrompt="1"/>
          </p:nvPr>
        </p:nvSpPr>
        <p:spPr>
          <a:xfrm>
            <a:off x="695325" y="1089000"/>
            <a:ext cx="5400675" cy="2160582"/>
          </a:xfrm>
        </p:spPr>
        <p:txBody>
          <a:bodyPr tIns="72000" rIns="0" anchor="t"/>
          <a:lstStyle>
            <a:lvl1pPr>
              <a:lnSpc>
                <a:spcPct val="100000"/>
              </a:lnSpc>
              <a:defRPr sz="4000">
                <a:solidFill>
                  <a:schemeClr val="bg2"/>
                </a:solidFill>
                <a:latin typeface="+mn-lt"/>
              </a:defRPr>
            </a:lvl1pPr>
          </a:lstStyle>
          <a:p>
            <a:r>
              <a:rPr lang="en-US" noProof="0"/>
              <a:t>Click to edit </a:t>
            </a:r>
            <a:br>
              <a:rPr lang="en-US" noProof="0"/>
            </a:br>
            <a:r>
              <a:rPr lang="en-US" noProof="0"/>
              <a:t>the chapter title in one or multiple lines </a:t>
            </a:r>
            <a:endParaRPr lang="en-GB" noProof="0"/>
          </a:p>
        </p:txBody>
      </p:sp>
      <p:sp>
        <p:nvSpPr>
          <p:cNvPr id="4" name="Text Placeholder 3">
            <a:extLst>
              <a:ext uri="{FF2B5EF4-FFF2-40B4-BE49-F238E27FC236}">
                <a16:creationId xmlns:a16="http://schemas.microsoft.com/office/drawing/2014/main" id="{946593F6-5C04-42C5-853B-0828D06EBDC8}"/>
              </a:ext>
            </a:extLst>
          </p:cNvPr>
          <p:cNvSpPr>
            <a:spLocks noGrp="1"/>
          </p:cNvSpPr>
          <p:nvPr>
            <p:ph type="body" sz="half" idx="2" hasCustomPrompt="1"/>
          </p:nvPr>
        </p:nvSpPr>
        <p:spPr>
          <a:xfrm>
            <a:off x="695325" y="3429000"/>
            <a:ext cx="9175750" cy="719138"/>
          </a:xfrm>
        </p:spPr>
        <p:txBody>
          <a:bodyPr lIns="0" tIns="0" rIns="0"/>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additional information</a:t>
            </a:r>
          </a:p>
        </p:txBody>
      </p:sp>
      <p:sp>
        <p:nvSpPr>
          <p:cNvPr id="9" name="Slide Number Placeholder 19" hidden="1">
            <a:extLst>
              <a:ext uri="{FF2B5EF4-FFF2-40B4-BE49-F238E27FC236}">
                <a16:creationId xmlns:a16="http://schemas.microsoft.com/office/drawing/2014/main" id="{05DF783A-B52F-42AD-A2BE-6C3FD3EF3FA6}"/>
              </a:ext>
            </a:extLst>
          </p:cNvPr>
          <p:cNvSpPr>
            <a:spLocks noGrp="1" noRot="1" noMove="1" noResize="1" noEditPoints="1" noAdjustHandles="1" noChangeArrowheads="1" noChangeShapeType="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cxnSp>
        <p:nvCxnSpPr>
          <p:cNvPr id="5" name="Footer line" hidden="1">
            <a:extLst>
              <a:ext uri="{FF2B5EF4-FFF2-40B4-BE49-F238E27FC236}">
                <a16:creationId xmlns:a16="http://schemas.microsoft.com/office/drawing/2014/main" id="{A5D7DD4A-AF71-5C05-7AE2-F5FF334B803B}"/>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828884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_Colored top row">
    <p:bg>
      <p:bgPr>
        <a:solidFill>
          <a:srgbClr val="A8C3DB"/>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00B0546-DC29-80EE-6DA0-4F7C670B9B05}"/>
              </a:ext>
            </a:extLst>
          </p:cNvPr>
          <p:cNvSpPr/>
          <p:nvPr userDrawn="1"/>
        </p:nvSpPr>
        <p:spPr>
          <a:xfrm>
            <a:off x="0" y="0"/>
            <a:ext cx="12192000" cy="6858000"/>
          </a:xfrm>
          <a:prstGeom prst="rect">
            <a:avLst/>
          </a:prstGeom>
          <a:solidFill>
            <a:srgbClr val="ABD6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Title 1">
            <a:extLst>
              <a:ext uri="{FF2B5EF4-FFF2-40B4-BE49-F238E27FC236}">
                <a16:creationId xmlns:a16="http://schemas.microsoft.com/office/drawing/2014/main" id="{A398326F-7ADC-4CFA-A21A-595F3F82C21D}"/>
              </a:ext>
            </a:extLst>
          </p:cNvPr>
          <p:cNvSpPr>
            <a:spLocks noGrp="1"/>
          </p:cNvSpPr>
          <p:nvPr>
            <p:ph type="title" hasCustomPrompt="1"/>
          </p:nvPr>
        </p:nvSpPr>
        <p:spPr>
          <a:xfrm>
            <a:off x="695325" y="1089000"/>
            <a:ext cx="5400675" cy="2160582"/>
          </a:xfrm>
        </p:spPr>
        <p:txBody>
          <a:bodyPr tIns="72000" rIns="0" anchor="t"/>
          <a:lstStyle>
            <a:lvl1pPr>
              <a:lnSpc>
                <a:spcPct val="100000"/>
              </a:lnSpc>
              <a:defRPr sz="4000">
                <a:solidFill>
                  <a:schemeClr val="bg1"/>
                </a:solidFill>
                <a:latin typeface="+mn-lt"/>
              </a:defRPr>
            </a:lvl1pPr>
          </a:lstStyle>
          <a:p>
            <a:r>
              <a:rPr lang="en-US" noProof="0"/>
              <a:t>Click to edit </a:t>
            </a:r>
            <a:br>
              <a:rPr lang="en-US" noProof="0"/>
            </a:br>
            <a:r>
              <a:rPr lang="en-US" noProof="0"/>
              <a:t>the chapter title in one or multiple lines </a:t>
            </a:r>
            <a:endParaRPr lang="en-GB" noProof="0"/>
          </a:p>
        </p:txBody>
      </p:sp>
      <p:sp>
        <p:nvSpPr>
          <p:cNvPr id="4" name="Text Placeholder 3">
            <a:extLst>
              <a:ext uri="{FF2B5EF4-FFF2-40B4-BE49-F238E27FC236}">
                <a16:creationId xmlns:a16="http://schemas.microsoft.com/office/drawing/2014/main" id="{946593F6-5C04-42C5-853B-0828D06EBDC8}"/>
              </a:ext>
            </a:extLst>
          </p:cNvPr>
          <p:cNvSpPr>
            <a:spLocks noGrp="1"/>
          </p:cNvSpPr>
          <p:nvPr>
            <p:ph type="body" sz="half" idx="2" hasCustomPrompt="1"/>
          </p:nvPr>
        </p:nvSpPr>
        <p:spPr>
          <a:xfrm>
            <a:off x="695325" y="3429000"/>
            <a:ext cx="9175750" cy="719138"/>
          </a:xfrm>
        </p:spPr>
        <p:txBody>
          <a:bodyPr lIns="0" tIns="0" rIns="0"/>
          <a:lstStyle>
            <a:lvl1pPr marL="0" indent="0">
              <a:buNone/>
              <a:defRPr sz="1600">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additional information</a:t>
            </a:r>
          </a:p>
        </p:txBody>
      </p:sp>
      <p:sp>
        <p:nvSpPr>
          <p:cNvPr id="9" name="Slide Number Placeholder 19" hidden="1">
            <a:extLst>
              <a:ext uri="{FF2B5EF4-FFF2-40B4-BE49-F238E27FC236}">
                <a16:creationId xmlns:a16="http://schemas.microsoft.com/office/drawing/2014/main" id="{05DF783A-B52F-42AD-A2BE-6C3FD3EF3FA6}"/>
              </a:ext>
            </a:extLst>
          </p:cNvPr>
          <p:cNvSpPr>
            <a:spLocks noGrp="1" noRot="1" noMove="1" noResize="1" noEditPoints="1" noAdjustHandles="1" noChangeArrowheads="1" noChangeShapeType="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cxnSp>
        <p:nvCxnSpPr>
          <p:cNvPr id="5" name="Footer line" hidden="1">
            <a:extLst>
              <a:ext uri="{FF2B5EF4-FFF2-40B4-BE49-F238E27FC236}">
                <a16:creationId xmlns:a16="http://schemas.microsoft.com/office/drawing/2014/main" id="{A5D7DD4A-AF71-5C05-7AE2-F5FF334B803B}"/>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0215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CCCFB-02E9-4461-933C-7C1EAD815E76}"/>
              </a:ext>
            </a:extLst>
          </p:cNvPr>
          <p:cNvSpPr>
            <a:spLocks noGrp="1"/>
          </p:cNvSpPr>
          <p:nvPr>
            <p:ph type="title"/>
          </p:nvPr>
        </p:nvSpPr>
        <p:spPr>
          <a:xfrm>
            <a:off x="695325" y="910800"/>
            <a:ext cx="10801350" cy="601648"/>
          </a:xfrm>
        </p:spPr>
        <p:txBody>
          <a:bodyPr tIns="72000" anchor="t"/>
          <a:lstStyle>
            <a:lvl1pPr>
              <a:defRPr>
                <a:solidFill>
                  <a:srgbClr val="243746"/>
                </a:solidFill>
              </a:defRPr>
            </a:lvl1pPr>
          </a:lstStyle>
          <a:p>
            <a:r>
              <a:rPr lang="en-US" noProof="0"/>
              <a:t>Click to edit Master title style</a:t>
            </a:r>
            <a:endParaRPr lang="en-GB" noProof="0"/>
          </a:p>
        </p:txBody>
      </p:sp>
      <p:sp>
        <p:nvSpPr>
          <p:cNvPr id="7" name="Slide Number Placeholder 19">
            <a:extLst>
              <a:ext uri="{FF2B5EF4-FFF2-40B4-BE49-F238E27FC236}">
                <a16:creationId xmlns:a16="http://schemas.microsoft.com/office/drawing/2014/main" id="{F5CB2508-A946-42A2-A6CA-3E88C1AEB0A4}"/>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cxnSp>
        <p:nvCxnSpPr>
          <p:cNvPr id="3" name="Footer line">
            <a:extLst>
              <a:ext uri="{FF2B5EF4-FFF2-40B4-BE49-F238E27FC236}">
                <a16:creationId xmlns:a16="http://schemas.microsoft.com/office/drawing/2014/main" id="{F31E28B7-C1C7-04C3-344E-E8A71F095A7E}"/>
              </a:ext>
            </a:extLst>
          </p:cNvPr>
          <p:cNvCxnSpPr>
            <a:cxnSpLocks noGrp="1" noRot="1" noMove="1" noResize="1" noEditPoints="1" noAdjustHandles="1" noChangeArrowheads="1" noChangeShapeType="1"/>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75684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c">
    <p:spTree>
      <p:nvGrpSpPr>
        <p:cNvPr id="1" name=""/>
        <p:cNvGrpSpPr/>
        <p:nvPr/>
      </p:nvGrpSpPr>
      <p:grpSpPr>
        <a:xfrm>
          <a:off x="0" y="0"/>
          <a:ext cx="0" cy="0"/>
          <a:chOff x="0" y="0"/>
          <a:chExt cx="0" cy="0"/>
        </a:xfrm>
      </p:grpSpPr>
      <p:sp>
        <p:nvSpPr>
          <p:cNvPr id="6" name="Slide Number Placeholder 19">
            <a:extLst>
              <a:ext uri="{FF2B5EF4-FFF2-40B4-BE49-F238E27FC236}">
                <a16:creationId xmlns:a16="http://schemas.microsoft.com/office/drawing/2014/main" id="{D40944BA-5CC2-47BA-863C-43A8F243D9C1}"/>
              </a:ext>
            </a:extLst>
          </p:cNvPr>
          <p:cNvSpPr>
            <a:spLocks noGrp="1"/>
          </p:cNvSpPr>
          <p:nvPr>
            <p:ph type="sldNum" sz="quarter" idx="12"/>
          </p:nvPr>
        </p:nvSpPr>
        <p:spPr>
          <a:xfrm>
            <a:off x="695324" y="6559200"/>
            <a:ext cx="245260" cy="217625"/>
          </a:xfrm>
          <a:prstGeom prst="rect">
            <a:avLst/>
          </a:prstGeom>
        </p:spPr>
        <p:txBody>
          <a:bodyPr/>
          <a:lstStyle/>
          <a:p>
            <a:fld id="{5D1E5300-FC0F-4317-A193-EF6CE9E6F7B5}" type="slidenum">
              <a:rPr lang="en-GB" smtClean="0"/>
              <a:pPr/>
              <a:t>‹#›</a:t>
            </a:fld>
            <a:r>
              <a:rPr lang="en-GB"/>
              <a:t>  |  </a:t>
            </a:r>
            <a:endParaRPr lang="en-GB" noProof="0"/>
          </a:p>
        </p:txBody>
      </p:sp>
      <p:cxnSp>
        <p:nvCxnSpPr>
          <p:cNvPr id="2" name="Straight Connector 1">
            <a:extLst>
              <a:ext uri="{FF2B5EF4-FFF2-40B4-BE49-F238E27FC236}">
                <a16:creationId xmlns:a16="http://schemas.microsoft.com/office/drawing/2014/main" id="{B07F050B-D265-02D8-6A42-E4E231555ADD}"/>
              </a:ext>
            </a:extLst>
          </p:cNvPr>
          <p:cNvCxnSpPr>
            <a:cxnSpLocks/>
          </p:cNvCxnSpPr>
          <p:nvPr userDrawn="1"/>
        </p:nvCxnSpPr>
        <p:spPr>
          <a:xfrm>
            <a:off x="0" y="6489000"/>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87616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losing credits - animated logo">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555B974-3DC1-44AE-96AE-E5BC33594F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36200" y="454269"/>
            <a:ext cx="1368000" cy="1061193"/>
          </a:xfrm>
          <a:prstGeom prst="rect">
            <a:avLst/>
          </a:prstGeom>
          <a:ln>
            <a:noFill/>
          </a:ln>
        </p:spPr>
      </p:pic>
      <p:sp>
        <p:nvSpPr>
          <p:cNvPr id="6" name="Rectangle 5">
            <a:extLst>
              <a:ext uri="{FF2B5EF4-FFF2-40B4-BE49-F238E27FC236}">
                <a16:creationId xmlns:a16="http://schemas.microsoft.com/office/drawing/2014/main" id="{01E21570-2B89-43CC-8DEE-216454BE3068}"/>
              </a:ext>
            </a:extLst>
          </p:cNvPr>
          <p:cNvSpPr/>
          <p:nvPr userDrawn="1"/>
        </p:nvSpPr>
        <p:spPr>
          <a:xfrm>
            <a:off x="695325" y="6122244"/>
            <a:ext cx="10801350" cy="7357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80000" rtlCol="0" anchor="b">
            <a:spAutoFit/>
          </a:bodyPr>
          <a:lstStyle/>
          <a:p>
            <a:pPr marL="0" marR="0" lvl="0" indent="0" algn="l" defTabSz="914400" rtl="0" eaLnBrk="1" fontAlgn="base" latinLnBrk="0" hangingPunct="1">
              <a:lnSpc>
                <a:spcPct val="100000"/>
              </a:lnSpc>
              <a:spcBef>
                <a:spcPct val="0"/>
              </a:spcBef>
              <a:spcAft>
                <a:spcPts val="600"/>
              </a:spcAft>
              <a:buClrTx/>
              <a:buSzTx/>
              <a:buFontTx/>
              <a:buNone/>
              <a:tabLst/>
              <a:defRPr/>
            </a:pPr>
            <a:r>
              <a:rPr kumimoji="0" lang="en-GB" sz="1000" b="0" i="0" u="none" strike="noStrike" kern="1200" cap="none" spc="0" normalizeH="0" baseline="0" noProof="0">
                <a:ln>
                  <a:noFill/>
                </a:ln>
                <a:solidFill>
                  <a:srgbClr val="243746"/>
                </a:solidFill>
                <a:effectLst/>
                <a:uLnTx/>
                <a:uFillTx/>
                <a:latin typeface="+mj-lt"/>
                <a:ea typeface="+mn-ea"/>
                <a:cs typeface="Arial" charset="0"/>
              </a:rPr>
              <a:t>© Equinor ASA</a:t>
            </a:r>
            <a:endParaRPr kumimoji="0" lang="en-GB" sz="1000" b="0" i="0" u="none" strike="noStrike" kern="1200" cap="none" spc="0" normalizeH="0" baseline="0" noProof="0">
              <a:ln>
                <a:noFill/>
              </a:ln>
              <a:solidFill>
                <a:srgbClr val="243746"/>
              </a:solidFill>
              <a:effectLst/>
              <a:uLnTx/>
              <a:uFillTx/>
              <a:latin typeface="+mn-lt"/>
              <a:ea typeface="+mn-ea"/>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700" b="0" i="0" u="none" strike="noStrike" kern="1200" cap="none" spc="0" normalizeH="0" baseline="0" noProof="0">
                <a:ln>
                  <a:noFill/>
                </a:ln>
                <a:solidFill>
                  <a:srgbClr val="243746"/>
                </a:solidFill>
                <a:effectLst/>
                <a:uLnTx/>
                <a:uFillTx/>
                <a:latin typeface="+mn-lt"/>
                <a:ea typeface="Verdana" panose="020B0604030504040204" pitchFamily="34" charset="0"/>
                <a:cs typeface="Verdana" panose="020B0604030504040204" pitchFamily="34" charset="0"/>
              </a:rPr>
              <a:t>This presentation, including the contents and arrangement of the contents of each individual page or the collection of the pages, is owned by Equinor. Copyright to all material including, but not limited to, written material, photographs, drawings, images, tables and data remains the property of Equinor. All rights reserved. Any other use, reproduction, translation, adaption, arrangement, alteration, distribution or storage of this presentation, in whole or in part, without the prior written permission of Equinor is prohibited. The information contained in this presentation may not be accurate, up to date or applicable to the circumstances of any particular case, despite our efforts. Equinor cannot accept any liability for any inaccuracies or omissions.</a:t>
            </a:r>
            <a:endParaRPr kumimoji="0" lang="en-GB" sz="600" b="0" i="0" u="none" strike="noStrike" kern="1200" cap="none" spc="0" normalizeH="0" baseline="0" noProof="0">
              <a:ln>
                <a:noFill/>
              </a:ln>
              <a:solidFill>
                <a:srgbClr val="243746"/>
              </a:solidFill>
              <a:effectLst/>
              <a:uLnTx/>
              <a:uFillTx/>
              <a:latin typeface="+mn-lt"/>
              <a:ea typeface="+mn-ea"/>
              <a:cs typeface="Arial" charset="0"/>
            </a:endParaRPr>
          </a:p>
        </p:txBody>
      </p:sp>
      <p:sp>
        <p:nvSpPr>
          <p:cNvPr id="10" name="Text Placeholder 9">
            <a:extLst>
              <a:ext uri="{FF2B5EF4-FFF2-40B4-BE49-F238E27FC236}">
                <a16:creationId xmlns:a16="http://schemas.microsoft.com/office/drawing/2014/main" id="{67004934-2634-455F-9B65-D723350B506E}"/>
              </a:ext>
            </a:extLst>
          </p:cNvPr>
          <p:cNvSpPr>
            <a:spLocks noGrp="1"/>
          </p:cNvSpPr>
          <p:nvPr>
            <p:ph type="body" sz="quarter" idx="11" hasCustomPrompt="1"/>
          </p:nvPr>
        </p:nvSpPr>
        <p:spPr>
          <a:xfrm>
            <a:off x="695325" y="5048250"/>
            <a:ext cx="10801350" cy="409785"/>
          </a:xfrm>
        </p:spPr>
        <p:txBody>
          <a:bodyPr lIns="0" tIns="0" rIns="0">
            <a:noAutofit/>
          </a:bodyPr>
          <a:lstStyle>
            <a:lvl1pPr marL="0" indent="0">
              <a:spcBef>
                <a:spcPts val="0"/>
              </a:spcBef>
              <a:spcAft>
                <a:spcPts val="0"/>
              </a:spcAft>
              <a:buNone/>
              <a:defRPr sz="1400">
                <a:solidFill>
                  <a:srgbClr val="243746"/>
                </a:solidFill>
              </a:defRPr>
            </a:lvl1pPr>
            <a:lvl2pPr marL="505800" indent="0">
              <a:buNone/>
              <a:defRPr sz="1400"/>
            </a:lvl2pPr>
            <a:lvl3pPr marL="963000" indent="0">
              <a:buNone/>
              <a:defRPr sz="1400"/>
            </a:lvl3pPr>
            <a:lvl4pPr marL="1420200" indent="0">
              <a:buNone/>
              <a:defRPr sz="1400"/>
            </a:lvl4pPr>
            <a:lvl5pPr marL="1877400" indent="0">
              <a:buNone/>
              <a:defRPr sz="1400"/>
            </a:lvl5pPr>
          </a:lstStyle>
          <a:p>
            <a:pPr lvl="0"/>
            <a:r>
              <a:rPr lang="en-GB" noProof="0"/>
              <a:t>Click to add presenter name and position</a:t>
            </a:r>
          </a:p>
        </p:txBody>
      </p:sp>
      <p:sp>
        <p:nvSpPr>
          <p:cNvPr id="11" name="Title 10">
            <a:extLst>
              <a:ext uri="{FF2B5EF4-FFF2-40B4-BE49-F238E27FC236}">
                <a16:creationId xmlns:a16="http://schemas.microsoft.com/office/drawing/2014/main" id="{04DE76AC-6DBB-4E2B-8B97-854F338047D5}"/>
              </a:ext>
            </a:extLst>
          </p:cNvPr>
          <p:cNvSpPr>
            <a:spLocks noGrp="1"/>
          </p:cNvSpPr>
          <p:nvPr>
            <p:ph type="title" hasCustomPrompt="1"/>
          </p:nvPr>
        </p:nvSpPr>
        <p:spPr>
          <a:xfrm>
            <a:off x="695325" y="4329000"/>
            <a:ext cx="10801349" cy="609337"/>
          </a:xfrm>
        </p:spPr>
        <p:txBody>
          <a:bodyPr lIns="0" tIns="0" rIns="0" bIns="0" anchor="b"/>
          <a:lstStyle>
            <a:lvl1pPr>
              <a:defRPr sz="2000">
                <a:solidFill>
                  <a:srgbClr val="FF1243"/>
                </a:solidFill>
                <a:latin typeface="+mj-lt"/>
              </a:defRPr>
            </a:lvl1pPr>
          </a:lstStyle>
          <a:p>
            <a:r>
              <a:rPr lang="en-GB" noProof="0"/>
              <a:t>Click to add presentation title</a:t>
            </a:r>
          </a:p>
        </p:txBody>
      </p:sp>
      <p:graphicFrame>
        <p:nvGraphicFramePr>
          <p:cNvPr id="4" name="Table 3">
            <a:extLst>
              <a:ext uri="{FF2B5EF4-FFF2-40B4-BE49-F238E27FC236}">
                <a16:creationId xmlns:a16="http://schemas.microsoft.com/office/drawing/2014/main" id="{1A80D2A4-AF11-3544-99B5-1DC9E61B03C3}"/>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Tree>
    <p:extLst>
      <p:ext uri="{BB962C8B-B14F-4D97-AF65-F5344CB8AC3E}">
        <p14:creationId xmlns:p14="http://schemas.microsoft.com/office/powerpoint/2010/main" val="46316136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Closing credits-PDF extrac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1E21570-2B89-43CC-8DEE-216454BE3068}"/>
              </a:ext>
            </a:extLst>
          </p:cNvPr>
          <p:cNvSpPr/>
          <p:nvPr userDrawn="1"/>
        </p:nvSpPr>
        <p:spPr>
          <a:xfrm>
            <a:off x="695325" y="6122244"/>
            <a:ext cx="10801350" cy="7357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80000" rtlCol="0" anchor="b">
            <a:spAutoFit/>
          </a:bodyPr>
          <a:lstStyle/>
          <a:p>
            <a:pPr marL="0" marR="0" lvl="0" indent="0" algn="l" defTabSz="914400" rtl="0" eaLnBrk="1" fontAlgn="base" latinLnBrk="0" hangingPunct="1">
              <a:lnSpc>
                <a:spcPct val="100000"/>
              </a:lnSpc>
              <a:spcBef>
                <a:spcPct val="0"/>
              </a:spcBef>
              <a:spcAft>
                <a:spcPts val="600"/>
              </a:spcAft>
              <a:buClrTx/>
              <a:buSzTx/>
              <a:buFontTx/>
              <a:buNone/>
              <a:tabLst/>
              <a:defRPr/>
            </a:pPr>
            <a:r>
              <a:rPr kumimoji="0" lang="en-GB" sz="1000" b="0" i="0" u="none" strike="noStrike" kern="1200" cap="none" spc="0" normalizeH="0" baseline="0" noProof="0">
                <a:ln>
                  <a:noFill/>
                </a:ln>
                <a:solidFill>
                  <a:srgbClr val="243746"/>
                </a:solidFill>
                <a:effectLst/>
                <a:uLnTx/>
                <a:uFillTx/>
                <a:latin typeface="+mj-lt"/>
                <a:ea typeface="+mn-ea"/>
                <a:cs typeface="Arial" charset="0"/>
              </a:rPr>
              <a:t>© Equinor ASA</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700" b="0" i="0" u="none" strike="noStrike" kern="1200" cap="none" spc="0" normalizeH="0" baseline="0" noProof="0">
                <a:ln>
                  <a:noFill/>
                </a:ln>
                <a:solidFill>
                  <a:srgbClr val="243746"/>
                </a:solidFill>
                <a:effectLst/>
                <a:uLnTx/>
                <a:uFillTx/>
                <a:latin typeface="+mn-lt"/>
                <a:ea typeface="Verdana" panose="020B0604030504040204" pitchFamily="34" charset="0"/>
                <a:cs typeface="Verdana" panose="020B0604030504040204" pitchFamily="34" charset="0"/>
              </a:rPr>
              <a:t>This presentation, including the contents and arrangement of the contents of each individual page or the collection of the pages, is owned by Equinor. Copyright to all material including, but not limited to, written material, photographs, drawings, images, tables and data remains the property of Equinor. All rights reserved. Any other use, reproduction, translation, adaption, arrangement, alteration, distribution or storage of this presentation, in whole or in part, without the prior written permission of Equinor is prohibited. The information contained in this presentation may not be accurate, up to date or applicable to the circumstances of any particular case, despite our efforts. Equinor cannot accept any liability for any inaccuracies or omissions</a:t>
            </a:r>
            <a:r>
              <a:rPr kumimoji="0" lang="en-GB" sz="700" b="0" i="0" u="none" strike="noStrike" kern="1200" cap="none" spc="0" normalizeH="0" baseline="0" noProof="0">
                <a:ln>
                  <a:noFill/>
                </a:ln>
                <a:solidFill>
                  <a:srgbClr val="243746"/>
                </a:solidFill>
                <a:effectLst/>
                <a:uLnTx/>
                <a:uFillTx/>
                <a:latin typeface="Equinor" panose="020B0503050302040203" pitchFamily="34" charset="0"/>
                <a:ea typeface="Verdana" panose="020B0604030504040204" pitchFamily="34" charset="0"/>
                <a:cs typeface="Verdana" panose="020B0604030504040204" pitchFamily="34" charset="0"/>
              </a:rPr>
              <a:t>.</a:t>
            </a:r>
            <a:endParaRPr kumimoji="0" lang="en-GB" sz="600" b="0" i="0" u="none" strike="noStrike" kern="1200" cap="none" spc="0" normalizeH="0" baseline="0" noProof="0">
              <a:ln>
                <a:noFill/>
              </a:ln>
              <a:solidFill>
                <a:srgbClr val="243746"/>
              </a:solidFill>
              <a:effectLst/>
              <a:uLnTx/>
              <a:uFillTx/>
              <a:latin typeface="Equinor" panose="020B0503050302040203" pitchFamily="34" charset="0"/>
              <a:ea typeface="+mn-ea"/>
              <a:cs typeface="Arial" charset="0"/>
            </a:endParaRPr>
          </a:p>
        </p:txBody>
      </p:sp>
      <p:sp>
        <p:nvSpPr>
          <p:cNvPr id="10" name="Text Placeholder 9">
            <a:extLst>
              <a:ext uri="{FF2B5EF4-FFF2-40B4-BE49-F238E27FC236}">
                <a16:creationId xmlns:a16="http://schemas.microsoft.com/office/drawing/2014/main" id="{67004934-2634-455F-9B65-D723350B506E}"/>
              </a:ext>
            </a:extLst>
          </p:cNvPr>
          <p:cNvSpPr>
            <a:spLocks noGrp="1"/>
          </p:cNvSpPr>
          <p:nvPr>
            <p:ph type="body" sz="quarter" idx="11" hasCustomPrompt="1"/>
          </p:nvPr>
        </p:nvSpPr>
        <p:spPr>
          <a:xfrm>
            <a:off x="695325" y="5048250"/>
            <a:ext cx="10801350" cy="409785"/>
          </a:xfrm>
        </p:spPr>
        <p:txBody>
          <a:bodyPr lIns="0" rIns="0">
            <a:noAutofit/>
          </a:bodyPr>
          <a:lstStyle>
            <a:lvl1pPr marL="0" indent="0">
              <a:spcBef>
                <a:spcPts val="0"/>
              </a:spcBef>
              <a:spcAft>
                <a:spcPts val="0"/>
              </a:spcAft>
              <a:buNone/>
              <a:defRPr sz="1400">
                <a:solidFill>
                  <a:srgbClr val="243746"/>
                </a:solidFill>
              </a:defRPr>
            </a:lvl1pPr>
            <a:lvl2pPr marL="505800" indent="0">
              <a:buNone/>
              <a:defRPr sz="1400"/>
            </a:lvl2pPr>
            <a:lvl3pPr marL="963000" indent="0">
              <a:buNone/>
              <a:defRPr sz="1400"/>
            </a:lvl3pPr>
            <a:lvl4pPr marL="1420200" indent="0">
              <a:buNone/>
              <a:defRPr sz="1400"/>
            </a:lvl4pPr>
            <a:lvl5pPr marL="1877400" indent="0">
              <a:buNone/>
              <a:defRPr sz="1400"/>
            </a:lvl5pPr>
          </a:lstStyle>
          <a:p>
            <a:pPr lvl="0"/>
            <a:r>
              <a:rPr lang="en-GB" noProof="0"/>
              <a:t>Click to add presenter name and position</a:t>
            </a:r>
          </a:p>
        </p:txBody>
      </p:sp>
      <p:sp>
        <p:nvSpPr>
          <p:cNvPr id="11" name="Title 10">
            <a:extLst>
              <a:ext uri="{FF2B5EF4-FFF2-40B4-BE49-F238E27FC236}">
                <a16:creationId xmlns:a16="http://schemas.microsoft.com/office/drawing/2014/main" id="{04DE76AC-6DBB-4E2B-8B97-854F338047D5}"/>
              </a:ext>
            </a:extLst>
          </p:cNvPr>
          <p:cNvSpPr>
            <a:spLocks noGrp="1"/>
          </p:cNvSpPr>
          <p:nvPr>
            <p:ph type="title" hasCustomPrompt="1"/>
          </p:nvPr>
        </p:nvSpPr>
        <p:spPr>
          <a:xfrm>
            <a:off x="695326" y="4329113"/>
            <a:ext cx="10801349" cy="609337"/>
          </a:xfrm>
        </p:spPr>
        <p:txBody>
          <a:bodyPr lIns="0" tIns="0" rIns="0" bIns="0" anchor="b"/>
          <a:lstStyle>
            <a:lvl1pPr>
              <a:defRPr sz="2000">
                <a:solidFill>
                  <a:srgbClr val="FF1243"/>
                </a:solidFill>
                <a:latin typeface="+mj-lt"/>
              </a:defRPr>
            </a:lvl1pPr>
          </a:lstStyle>
          <a:p>
            <a:r>
              <a:rPr lang="en-GB" noProof="0"/>
              <a:t>Click to add presentation title</a:t>
            </a:r>
          </a:p>
        </p:txBody>
      </p:sp>
      <p:pic>
        <p:nvPicPr>
          <p:cNvPr id="2" name="Graphic 1">
            <a:extLst>
              <a:ext uri="{FF2B5EF4-FFF2-40B4-BE49-F238E27FC236}">
                <a16:creationId xmlns:a16="http://schemas.microsoft.com/office/drawing/2014/main" id="{B38DBFF7-AACE-8FF9-0195-44B87AD366A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36000" y="468000"/>
            <a:ext cx="1260000" cy="1033732"/>
          </a:xfrm>
          <a:prstGeom prst="rect">
            <a:avLst/>
          </a:prstGeom>
        </p:spPr>
      </p:pic>
      <p:graphicFrame>
        <p:nvGraphicFramePr>
          <p:cNvPr id="3" name="Table 2">
            <a:extLst>
              <a:ext uri="{FF2B5EF4-FFF2-40B4-BE49-F238E27FC236}">
                <a16:creationId xmlns:a16="http://schemas.microsoft.com/office/drawing/2014/main" id="{7D3EFABB-8C55-3174-109F-59F0F499F92A}"/>
              </a:ext>
            </a:extLst>
          </p:cNvPr>
          <p:cNvGraphicFramePr>
            <a:graphicFrameLocks noGrp="1"/>
          </p:cNvGraphicFramePr>
          <p:nvPr userDrawn="1">
            <p:extLst>
              <p:ext uri="{D42A27DB-BD31-4B8C-83A1-F6EECF244321}">
                <p14:modId xmlns:p14="http://schemas.microsoft.com/office/powerpoint/2010/main" val="343239249"/>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Tree>
    <p:extLst>
      <p:ext uri="{BB962C8B-B14F-4D97-AF65-F5344CB8AC3E}">
        <p14:creationId xmlns:p14="http://schemas.microsoft.com/office/powerpoint/2010/main" val="10266212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6D8A5A2A-9561-6566-F92F-F70D32882A3B}"/>
              </a:ext>
            </a:extLst>
          </p:cNvPr>
          <p:cNvSpPr>
            <a:spLocks noGrp="1"/>
          </p:cNvSpPr>
          <p:nvPr>
            <p:ph type="title"/>
          </p:nvPr>
        </p:nvSpPr>
        <p:spPr>
          <a:xfrm>
            <a:off x="457200" y="490128"/>
            <a:ext cx="11277599" cy="914400"/>
          </a:xfrm>
          <a:prstGeom prst="rect">
            <a:avLst/>
          </a:prstGeom>
        </p:spPr>
        <p:txBody>
          <a:bodyPr vert="horz" lIns="91440" tIns="45720" rIns="91440" bIns="45720" rtlCol="0" anchor="t">
            <a:normAutofit/>
          </a:body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295400" cy="381000"/>
          </a:xfrm>
        </p:spPr>
        <p:txBody>
          <a:bodyPr/>
          <a:lstStyle/>
          <a:p>
            <a:fld id="{94040C0B-3638-F744-9F98-D66CEC428329}" type="datetime1">
              <a:rPr lang="en-US" smtClean="0"/>
              <a:t>2/20/2026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3" name="Text Placeholder 2">
            <a:extLst>
              <a:ext uri="{FF2B5EF4-FFF2-40B4-BE49-F238E27FC236}">
                <a16:creationId xmlns:a16="http://schemas.microsoft.com/office/drawing/2014/main" id="{0F542A43-84A6-50F4-C658-B1BBDDAD8C0D}"/>
              </a:ext>
            </a:extLst>
          </p:cNvPr>
          <p:cNvSpPr>
            <a:spLocks noGrp="1"/>
          </p:cNvSpPr>
          <p:nvPr>
            <p:ph idx="1"/>
          </p:nvPr>
        </p:nvSpPr>
        <p:spPr>
          <a:xfrm>
            <a:off x="457200" y="1861728"/>
            <a:ext cx="11277599" cy="4539072"/>
          </a:xfrm>
          <a:prstGeom prst="rect">
            <a:avLst/>
          </a:prstGeom>
        </p:spPr>
        <p:txBody>
          <a:bodyPr vert="horz" lIns="91440" tIns="45720" rIns="91440" bIns="45720" rtlCol="0">
            <a:normAutofit/>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8483141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4CED5-A01A-8FF4-6C3B-B323AC4A0411}"/>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C80D8E-4AEE-5D29-3B95-63B08E961807}"/>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66247550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5" name="Table 15" hidden="1">
            <a:extLst>
              <a:ext uri="{FF2B5EF4-FFF2-40B4-BE49-F238E27FC236}">
                <a16:creationId xmlns:a16="http://schemas.microsoft.com/office/drawing/2014/main" id="{DEBD90AC-FD60-41F4-9529-E31232224E59}"/>
              </a:ext>
            </a:extLst>
          </p:cNvPr>
          <p:cNvGraphicFramePr>
            <a:graphicFrameLocks noGrp="1"/>
          </p:cNvGraphicFramePr>
          <p:nvPr userDrawn="1">
            <p:extLst>
              <p:ext uri="{D42A27DB-BD31-4B8C-83A1-F6EECF244321}">
                <p14:modId xmlns:p14="http://schemas.microsoft.com/office/powerpoint/2010/main" val="1016769249"/>
              </p:ext>
            </p:extLst>
          </p:nvPr>
        </p:nvGraphicFramePr>
        <p:xfrm>
          <a:off x="-362400" y="-365400"/>
          <a:ext cx="12916800" cy="758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3706908691"/>
                    </a:ext>
                  </a:extLst>
                </a:gridCol>
                <a:gridCol w="698400">
                  <a:extLst>
                    <a:ext uri="{9D8B030D-6E8A-4147-A177-3AD203B41FA5}">
                      <a16:colId xmlns:a16="http://schemas.microsoft.com/office/drawing/2014/main" val="1122517581"/>
                    </a:ext>
                  </a:extLst>
                </a:gridCol>
                <a:gridCol w="900000">
                  <a:extLst>
                    <a:ext uri="{9D8B030D-6E8A-4147-A177-3AD203B41FA5}">
                      <a16:colId xmlns:a16="http://schemas.microsoft.com/office/drawing/2014/main" val="3921436069"/>
                    </a:ext>
                  </a:extLst>
                </a:gridCol>
                <a:gridCol w="900000">
                  <a:extLst>
                    <a:ext uri="{9D8B030D-6E8A-4147-A177-3AD203B41FA5}">
                      <a16:colId xmlns:a16="http://schemas.microsoft.com/office/drawing/2014/main" val="461690647"/>
                    </a:ext>
                  </a:extLst>
                </a:gridCol>
                <a:gridCol w="900000">
                  <a:extLst>
                    <a:ext uri="{9D8B030D-6E8A-4147-A177-3AD203B41FA5}">
                      <a16:colId xmlns:a16="http://schemas.microsoft.com/office/drawing/2014/main" val="3176828646"/>
                    </a:ext>
                  </a:extLst>
                </a:gridCol>
                <a:gridCol w="900000">
                  <a:extLst>
                    <a:ext uri="{9D8B030D-6E8A-4147-A177-3AD203B41FA5}">
                      <a16:colId xmlns:a16="http://schemas.microsoft.com/office/drawing/2014/main" val="4171762685"/>
                    </a:ext>
                  </a:extLst>
                </a:gridCol>
                <a:gridCol w="900000">
                  <a:extLst>
                    <a:ext uri="{9D8B030D-6E8A-4147-A177-3AD203B41FA5}">
                      <a16:colId xmlns:a16="http://schemas.microsoft.com/office/drawing/2014/main" val="2201640941"/>
                    </a:ext>
                  </a:extLst>
                </a:gridCol>
                <a:gridCol w="900000">
                  <a:extLst>
                    <a:ext uri="{9D8B030D-6E8A-4147-A177-3AD203B41FA5}">
                      <a16:colId xmlns:a16="http://schemas.microsoft.com/office/drawing/2014/main" val="3985058925"/>
                    </a:ext>
                  </a:extLst>
                </a:gridCol>
                <a:gridCol w="900000">
                  <a:extLst>
                    <a:ext uri="{9D8B030D-6E8A-4147-A177-3AD203B41FA5}">
                      <a16:colId xmlns:a16="http://schemas.microsoft.com/office/drawing/2014/main" val="2520456441"/>
                    </a:ext>
                  </a:extLst>
                </a:gridCol>
                <a:gridCol w="900000">
                  <a:extLst>
                    <a:ext uri="{9D8B030D-6E8A-4147-A177-3AD203B41FA5}">
                      <a16:colId xmlns:a16="http://schemas.microsoft.com/office/drawing/2014/main" val="3882555492"/>
                    </a:ext>
                  </a:extLst>
                </a:gridCol>
                <a:gridCol w="900000">
                  <a:extLst>
                    <a:ext uri="{9D8B030D-6E8A-4147-A177-3AD203B41FA5}">
                      <a16:colId xmlns:a16="http://schemas.microsoft.com/office/drawing/2014/main" val="1630932600"/>
                    </a:ext>
                  </a:extLst>
                </a:gridCol>
                <a:gridCol w="900000">
                  <a:extLst>
                    <a:ext uri="{9D8B030D-6E8A-4147-A177-3AD203B41FA5}">
                      <a16:colId xmlns:a16="http://schemas.microsoft.com/office/drawing/2014/main" val="4253300143"/>
                    </a:ext>
                  </a:extLst>
                </a:gridCol>
                <a:gridCol w="900000">
                  <a:extLst>
                    <a:ext uri="{9D8B030D-6E8A-4147-A177-3AD203B41FA5}">
                      <a16:colId xmlns:a16="http://schemas.microsoft.com/office/drawing/2014/main" val="3197937433"/>
                    </a:ext>
                  </a:extLst>
                </a:gridCol>
                <a:gridCol w="900000">
                  <a:extLst>
                    <a:ext uri="{9D8B030D-6E8A-4147-A177-3AD203B41FA5}">
                      <a16:colId xmlns:a16="http://schemas.microsoft.com/office/drawing/2014/main" val="2775328341"/>
                    </a:ext>
                  </a:extLst>
                </a:gridCol>
                <a:gridCol w="698400">
                  <a:extLst>
                    <a:ext uri="{9D8B030D-6E8A-4147-A177-3AD203B41FA5}">
                      <a16:colId xmlns:a16="http://schemas.microsoft.com/office/drawing/2014/main" val="3434562342"/>
                    </a:ext>
                  </a:extLst>
                </a:gridCol>
                <a:gridCol w="360000">
                  <a:extLst>
                    <a:ext uri="{9D8B030D-6E8A-4147-A177-3AD203B41FA5}">
                      <a16:colId xmlns:a16="http://schemas.microsoft.com/office/drawing/2014/main" val="2670757722"/>
                    </a:ext>
                  </a:extLst>
                </a:gridCol>
              </a:tblGrid>
              <a:tr h="360000">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pattFill prst="ltDnDiag">
                      <a:fgClr>
                        <a:schemeClr val="bg1">
                          <a:lumMod val="50000"/>
                        </a:schemeClr>
                      </a:fgClr>
                      <a:bgClr>
                        <a:schemeClr val="bg1"/>
                      </a:bgClr>
                    </a:pattFill>
                  </a:tcPr>
                </a:tc>
                <a:tc>
                  <a:txBody>
                    <a:bodyPr/>
                    <a:lstStyle/>
                    <a:p>
                      <a:pPr algn="ctr"/>
                      <a:r>
                        <a:rPr lang="nb-NO" sz="700" err="1">
                          <a:solidFill>
                            <a:schemeClr val="bg1"/>
                          </a:solidFill>
                        </a:rPr>
                        <a:t>Left</a:t>
                      </a:r>
                      <a:r>
                        <a:rPr lang="nb-NO" sz="700">
                          <a:solidFill>
                            <a:schemeClr val="bg1"/>
                          </a:solidFill>
                        </a:rPr>
                        <a:t> margin</a:t>
                      </a: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nb-NO" sz="700">
                          <a:solidFill>
                            <a:schemeClr val="bg1"/>
                          </a:solidFill>
                        </a:rPr>
                        <a:t>1</a:t>
                      </a: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2</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3</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4</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5</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6</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7</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8</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9</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10</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11</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12</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Right margin</a:t>
                      </a: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pattFill prst="ltUpDiag">
                      <a:fgClr>
                        <a:schemeClr val="bg1">
                          <a:lumMod val="50000"/>
                        </a:schemeClr>
                      </a:fgClr>
                      <a:bgClr>
                        <a:schemeClr val="bg1"/>
                      </a:bgClr>
                    </a:pattFill>
                  </a:tcPr>
                </a:tc>
                <a:extLst>
                  <a:ext uri="{0D108BD9-81ED-4DB2-BD59-A6C34878D82A}">
                    <a16:rowId xmlns:a16="http://schemas.microsoft.com/office/drawing/2014/main" val="1267116639"/>
                  </a:ext>
                </a:extLst>
              </a:tr>
              <a:tr h="824400">
                <a:tc>
                  <a:txBody>
                    <a:bodyPr/>
                    <a:lstStyle/>
                    <a:p>
                      <a:pPr algn="ctr"/>
                      <a:r>
                        <a:rPr lang="nb-NO" sz="700">
                          <a:solidFill>
                            <a:schemeClr val="bg1"/>
                          </a:solidFill>
                        </a:rPr>
                        <a:t>Logo Space</a:t>
                      </a:r>
                      <a:endParaRPr lang="en-GB" sz="70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Logo </a:t>
                      </a:r>
                      <a:r>
                        <a:rPr lang="nb-NO" sz="700" err="1">
                          <a:solidFill>
                            <a:schemeClr val="bg1"/>
                          </a:solidFill>
                        </a:rPr>
                        <a:t>space</a:t>
                      </a:r>
                      <a:endParaRPr lang="en-GB" sz="70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2284756019"/>
                  </a:ext>
                </a:extLst>
              </a:tr>
              <a:tr h="594000">
                <a:tc>
                  <a:txBody>
                    <a:bodyPr/>
                    <a:lstStyle/>
                    <a:p>
                      <a:pPr algn="ctr"/>
                      <a:r>
                        <a:rPr lang="nb-NO" sz="700">
                          <a:solidFill>
                            <a:schemeClr val="bg1"/>
                          </a:solidFill>
                        </a:rPr>
                        <a:t>1</a:t>
                      </a:r>
                      <a:endParaRPr lang="en-GB" sz="70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1</a:t>
                      </a:r>
                      <a:endParaRPr lang="en-GB" sz="70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6628835"/>
                  </a:ext>
                </a:extLst>
              </a:tr>
              <a:tr h="594000">
                <a:tc>
                  <a:txBody>
                    <a:bodyPr/>
                    <a:lstStyle/>
                    <a:p>
                      <a:pPr algn="ctr"/>
                      <a:r>
                        <a:rPr lang="nb-NO" sz="700">
                          <a:solidFill>
                            <a:schemeClr val="bg1"/>
                          </a:solidFill>
                        </a:rPr>
                        <a:t>2</a:t>
                      </a:r>
                      <a:endParaRPr lang="en-GB" sz="70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2</a:t>
                      </a:r>
                      <a:endParaRPr lang="en-GB" sz="70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6786395"/>
                  </a:ext>
                </a:extLst>
              </a:tr>
              <a:tr h="594000">
                <a:tc>
                  <a:txBody>
                    <a:bodyPr/>
                    <a:lstStyle/>
                    <a:p>
                      <a:pPr algn="ctr"/>
                      <a:r>
                        <a:rPr lang="nb-NO" sz="700">
                          <a:solidFill>
                            <a:schemeClr val="bg1"/>
                          </a:solidFill>
                        </a:rPr>
                        <a:t>3</a:t>
                      </a:r>
                      <a:endParaRPr lang="en-GB" sz="70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3</a:t>
                      </a:r>
                      <a:endParaRPr lang="en-GB" sz="70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9840466"/>
                  </a:ext>
                </a:extLst>
              </a:tr>
              <a:tr h="594000">
                <a:tc>
                  <a:txBody>
                    <a:bodyPr/>
                    <a:lstStyle/>
                    <a:p>
                      <a:pPr algn="ctr"/>
                      <a:r>
                        <a:rPr lang="nb-NO" sz="700">
                          <a:solidFill>
                            <a:schemeClr val="bg1"/>
                          </a:solidFill>
                        </a:rPr>
                        <a:t>4</a:t>
                      </a:r>
                      <a:endParaRPr lang="en-GB" sz="70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4</a:t>
                      </a:r>
                      <a:endParaRPr lang="en-GB" sz="70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0749273"/>
                  </a:ext>
                </a:extLst>
              </a:tr>
              <a:tr h="594000">
                <a:tc>
                  <a:txBody>
                    <a:bodyPr/>
                    <a:lstStyle/>
                    <a:p>
                      <a:pPr algn="ctr"/>
                      <a:r>
                        <a:rPr lang="nb-NO" sz="700">
                          <a:solidFill>
                            <a:schemeClr val="bg1"/>
                          </a:solidFill>
                        </a:rPr>
                        <a:t>5</a:t>
                      </a:r>
                      <a:endParaRPr lang="en-GB" sz="70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5</a:t>
                      </a:r>
                      <a:endParaRPr lang="en-GB" sz="70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9297255"/>
                  </a:ext>
                </a:extLst>
              </a:tr>
              <a:tr h="594000">
                <a:tc>
                  <a:txBody>
                    <a:bodyPr/>
                    <a:lstStyle/>
                    <a:p>
                      <a:pPr algn="ctr"/>
                      <a:r>
                        <a:rPr lang="nb-NO" sz="700">
                          <a:solidFill>
                            <a:schemeClr val="bg1"/>
                          </a:solidFill>
                        </a:rPr>
                        <a:t>6</a:t>
                      </a:r>
                      <a:endParaRPr lang="en-GB" sz="70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6</a:t>
                      </a:r>
                      <a:endParaRPr lang="en-GB" sz="70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9784121"/>
                  </a:ext>
                </a:extLst>
              </a:tr>
              <a:tr h="594000">
                <a:tc>
                  <a:txBody>
                    <a:bodyPr/>
                    <a:lstStyle/>
                    <a:p>
                      <a:pPr algn="ctr"/>
                      <a:r>
                        <a:rPr lang="nb-NO" sz="700">
                          <a:solidFill>
                            <a:schemeClr val="bg1"/>
                          </a:solidFill>
                        </a:rPr>
                        <a:t>7</a:t>
                      </a:r>
                      <a:endParaRPr lang="en-GB" sz="70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7</a:t>
                      </a:r>
                      <a:endParaRPr lang="en-GB" sz="70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9926277"/>
                  </a:ext>
                </a:extLst>
              </a:tr>
              <a:tr h="594000">
                <a:tc>
                  <a:txBody>
                    <a:bodyPr/>
                    <a:lstStyle/>
                    <a:p>
                      <a:pPr algn="ctr"/>
                      <a:r>
                        <a:rPr lang="nb-NO" sz="700">
                          <a:solidFill>
                            <a:schemeClr val="bg1"/>
                          </a:solidFill>
                        </a:rPr>
                        <a:t>8</a:t>
                      </a:r>
                      <a:endParaRPr lang="en-GB" sz="70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8</a:t>
                      </a:r>
                      <a:endParaRPr lang="en-GB" sz="70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0813238"/>
                  </a:ext>
                </a:extLst>
              </a:tr>
              <a:tr h="594000">
                <a:tc>
                  <a:txBody>
                    <a:bodyPr/>
                    <a:lstStyle/>
                    <a:p>
                      <a:pPr algn="ctr"/>
                      <a:r>
                        <a:rPr lang="nb-NO" sz="700">
                          <a:solidFill>
                            <a:schemeClr val="bg1"/>
                          </a:solidFill>
                        </a:rPr>
                        <a:t>9</a:t>
                      </a:r>
                      <a:endParaRPr lang="en-GB" sz="70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9</a:t>
                      </a:r>
                      <a:endParaRPr lang="en-GB" sz="70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3967900"/>
                  </a:ext>
                </a:extLst>
              </a:tr>
              <a:tr h="698400">
                <a:tc>
                  <a:txBody>
                    <a:bodyPr/>
                    <a:lstStyle/>
                    <a:p>
                      <a:pPr algn="ctr"/>
                      <a:r>
                        <a:rPr lang="nb-NO" sz="700" err="1">
                          <a:solidFill>
                            <a:schemeClr val="bg1"/>
                          </a:solidFill>
                        </a:rPr>
                        <a:t>Bottom</a:t>
                      </a:r>
                      <a:r>
                        <a:rPr lang="nb-NO" sz="700">
                          <a:solidFill>
                            <a:schemeClr val="bg1"/>
                          </a:solidFill>
                        </a:rPr>
                        <a:t> margin</a:t>
                      </a:r>
                      <a:endParaRPr lang="en-GB" sz="70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err="1">
                          <a:solidFill>
                            <a:schemeClr val="bg1"/>
                          </a:solidFill>
                        </a:rPr>
                        <a:t>Bottom</a:t>
                      </a:r>
                      <a:r>
                        <a:rPr lang="nb-NO" sz="700">
                          <a:solidFill>
                            <a:schemeClr val="bg1"/>
                          </a:solidFill>
                        </a:rPr>
                        <a:t> margin</a:t>
                      </a:r>
                      <a:endParaRPr lang="en-GB" sz="70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2749541604"/>
                  </a:ext>
                </a:extLst>
              </a:tr>
              <a:tr h="360000">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pattFill prst="ltUpDiag">
                      <a:fgClr>
                        <a:schemeClr val="bg1">
                          <a:lumMod val="50000"/>
                        </a:schemeClr>
                      </a:fgClr>
                      <a:bgClr>
                        <a:schemeClr val="bg1"/>
                      </a:bgClr>
                    </a:pattFill>
                  </a:tcPr>
                </a:tc>
                <a:tc>
                  <a:txBody>
                    <a:bodyPr/>
                    <a:lstStyle/>
                    <a:p>
                      <a:pPr algn="ctr"/>
                      <a:r>
                        <a:rPr lang="nb-NO" sz="700" err="1">
                          <a:solidFill>
                            <a:schemeClr val="bg1"/>
                          </a:solidFill>
                        </a:rPr>
                        <a:t>Left</a:t>
                      </a:r>
                      <a:r>
                        <a:rPr lang="nb-NO" sz="700">
                          <a:solidFill>
                            <a:schemeClr val="bg1"/>
                          </a:solidFill>
                        </a:rPr>
                        <a:t> margin</a:t>
                      </a: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nb-NO" sz="700">
                          <a:solidFill>
                            <a:schemeClr val="bg1"/>
                          </a:solidFill>
                        </a:rPr>
                        <a:t>1</a:t>
                      </a: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2</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3</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4</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5</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6</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7</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8</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9</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10</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11</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12</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Right margin</a:t>
                      </a: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pattFill prst="ltDnDiag">
                      <a:fgClr>
                        <a:schemeClr val="bg1">
                          <a:lumMod val="50000"/>
                        </a:schemeClr>
                      </a:fgClr>
                      <a:bgClr>
                        <a:schemeClr val="bg1"/>
                      </a:bgClr>
                    </a:pattFill>
                  </a:tcPr>
                </a:tc>
                <a:extLst>
                  <a:ext uri="{0D108BD9-81ED-4DB2-BD59-A6C34878D82A}">
                    <a16:rowId xmlns:a16="http://schemas.microsoft.com/office/drawing/2014/main" val="87438051"/>
                  </a:ext>
                </a:extLst>
              </a:tr>
            </a:tbl>
          </a:graphicData>
        </a:graphic>
      </p:graphicFrame>
      <p:sp>
        <p:nvSpPr>
          <p:cNvPr id="2" name="Title Placeholder 1">
            <a:extLst>
              <a:ext uri="{FF2B5EF4-FFF2-40B4-BE49-F238E27FC236}">
                <a16:creationId xmlns:a16="http://schemas.microsoft.com/office/drawing/2014/main" id="{6358EDB7-2099-41D3-A175-DAC6E212AAF8}"/>
              </a:ext>
            </a:extLst>
          </p:cNvPr>
          <p:cNvSpPr>
            <a:spLocks noGrp="1"/>
          </p:cNvSpPr>
          <p:nvPr>
            <p:ph type="title"/>
          </p:nvPr>
        </p:nvSpPr>
        <p:spPr>
          <a:xfrm>
            <a:off x="694295" y="909000"/>
            <a:ext cx="10800000" cy="539362"/>
          </a:xfrm>
          <a:prstGeom prst="rect">
            <a:avLst/>
          </a:prstGeom>
        </p:spPr>
        <p:txBody>
          <a:bodyPr vert="horz" lIns="0" tIns="72000" rIns="0" bIns="0" rtlCol="0" anchor="t">
            <a:noAutofit/>
          </a:bodyPr>
          <a:lstStyle/>
          <a:p>
            <a:r>
              <a:rPr lang="en-US" noProof="0"/>
              <a:t>Click to edit Master title style</a:t>
            </a:r>
            <a:endParaRPr lang="en-GB" noProof="0"/>
          </a:p>
        </p:txBody>
      </p:sp>
      <p:sp>
        <p:nvSpPr>
          <p:cNvPr id="3" name="Text Placeholder 2">
            <a:extLst>
              <a:ext uri="{FF2B5EF4-FFF2-40B4-BE49-F238E27FC236}">
                <a16:creationId xmlns:a16="http://schemas.microsoft.com/office/drawing/2014/main" id="{75D17EAE-7603-437B-BEF7-B208D7061457}"/>
              </a:ext>
            </a:extLst>
          </p:cNvPr>
          <p:cNvSpPr>
            <a:spLocks noGrp="1"/>
          </p:cNvSpPr>
          <p:nvPr>
            <p:ph type="body" idx="1"/>
          </p:nvPr>
        </p:nvSpPr>
        <p:spPr>
          <a:xfrm>
            <a:off x="694800" y="1810800"/>
            <a:ext cx="10800000" cy="4319588"/>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33" name="Slide Number Placeholder 5">
            <a:extLst>
              <a:ext uri="{FF2B5EF4-FFF2-40B4-BE49-F238E27FC236}">
                <a16:creationId xmlns:a16="http://schemas.microsoft.com/office/drawing/2014/main" id="{DEF3BA3A-53B3-4BA4-830A-4527AF9F325A}"/>
              </a:ext>
            </a:extLst>
          </p:cNvPr>
          <p:cNvSpPr>
            <a:spLocks noGrp="1"/>
          </p:cNvSpPr>
          <p:nvPr>
            <p:ph type="sldNum" sz="quarter" idx="4"/>
          </p:nvPr>
        </p:nvSpPr>
        <p:spPr>
          <a:xfrm>
            <a:off x="696000" y="6560275"/>
            <a:ext cx="245260" cy="215444"/>
          </a:xfrm>
          <a:prstGeom prst="rect">
            <a:avLst/>
          </a:prstGeom>
        </p:spPr>
        <p:txBody>
          <a:bodyPr vert="horz" wrap="none" lIns="0" tIns="46800" rIns="0" bIns="46800" rtlCol="0" anchor="ctr">
            <a:spAutoFit/>
          </a:bodyPr>
          <a:lstStyle>
            <a:lvl1pPr algn="l">
              <a:defRPr sz="800">
                <a:solidFill>
                  <a:srgbClr val="7C8F98"/>
                </a:solidFill>
                <a:latin typeface="+mn-lt"/>
              </a:defRPr>
            </a:lvl1pPr>
          </a:lstStyle>
          <a:p>
            <a:fld id="{5D1E5300-FC0F-4317-A193-EF6CE9E6F7B5}" type="slidenum">
              <a:rPr lang="en-GB" smtClean="0"/>
              <a:pPr/>
              <a:t>‹#›</a:t>
            </a:fld>
            <a:r>
              <a:rPr lang="en-GB"/>
              <a:t>  |  </a:t>
            </a:r>
            <a:endParaRPr lang="en-GB" noProof="0"/>
          </a:p>
        </p:txBody>
      </p:sp>
      <p:sp>
        <p:nvSpPr>
          <p:cNvPr id="36" name="Classification">
            <a:extLst>
              <a:ext uri="{FF2B5EF4-FFF2-40B4-BE49-F238E27FC236}">
                <a16:creationId xmlns:a16="http://schemas.microsoft.com/office/drawing/2014/main" id="{CCE8DDFB-884A-4040-A8EB-D8221E682614}"/>
              </a:ext>
            </a:extLst>
          </p:cNvPr>
          <p:cNvSpPr txBox="1"/>
          <p:nvPr userDrawn="1"/>
        </p:nvSpPr>
        <p:spPr>
          <a:xfrm>
            <a:off x="9757220" y="6560275"/>
            <a:ext cx="1739900" cy="215444"/>
          </a:xfrm>
          <a:prstGeom prst="rect">
            <a:avLst/>
          </a:prstGeom>
        </p:spPr>
        <p:txBody>
          <a:bodyPr vert="horz" lIns="0" tIns="45720" rIns="0" bIns="45720" rtlCol="0" anchor="ctr">
            <a:spAutoFit/>
          </a:bodyPr>
          <a:lstStyle>
            <a:defPPr>
              <a:defRPr lang="en-US"/>
            </a:defPPr>
            <a:lvl1pPr algn="r">
              <a:defRPr sz="800">
                <a:solidFill>
                  <a:srgbClr val="7C8F98"/>
                </a:solidFill>
                <a:latin typeface="Verdana" panose="00000500000000000000" pitchFamily="50" charset="0"/>
              </a:defRPr>
            </a:lvl1pPr>
          </a:lstStyle>
          <a:p>
            <a:pPr lvl="0"/>
            <a:r>
              <a:rPr lang="en-GB" noProof="0">
                <a:latin typeface="+mn-lt"/>
              </a:rPr>
              <a:t>Internal</a:t>
            </a:r>
          </a:p>
        </p:txBody>
      </p:sp>
      <p:sp>
        <p:nvSpPr>
          <p:cNvPr id="37" name="DateBox" hidden="1">
            <a:extLst>
              <a:ext uri="{FF2B5EF4-FFF2-40B4-BE49-F238E27FC236}">
                <a16:creationId xmlns:a16="http://schemas.microsoft.com/office/drawing/2014/main" id="{66CDF6A4-3F2C-4A0A-88CC-5D8A55FE1230}"/>
              </a:ext>
            </a:extLst>
          </p:cNvPr>
          <p:cNvSpPr txBox="1"/>
          <p:nvPr userDrawn="1"/>
        </p:nvSpPr>
        <p:spPr>
          <a:xfrm>
            <a:off x="9756774" y="6560275"/>
            <a:ext cx="1739900" cy="215444"/>
          </a:xfrm>
          <a:prstGeom prst="rect">
            <a:avLst/>
          </a:prstGeom>
        </p:spPr>
        <p:txBody>
          <a:bodyPr vert="horz" lIns="0" tIns="45720" rIns="0" bIns="45720" rtlCol="0" anchor="ctr">
            <a:spAutoFit/>
          </a:bodyPr>
          <a:lstStyle>
            <a:defPPr>
              <a:defRPr lang="en-US"/>
            </a:defPPr>
            <a:lvl1pPr algn="r">
              <a:defRPr sz="800">
                <a:solidFill>
                  <a:srgbClr val="7C8F98"/>
                </a:solidFill>
                <a:latin typeface="Verdana" panose="00000500000000000000" pitchFamily="50" charset="0"/>
              </a:defRPr>
            </a:lvl1pPr>
          </a:lstStyle>
          <a:p>
            <a:pPr lvl="0"/>
            <a:endParaRPr lang="en-GB" noProof="0">
              <a:latin typeface="+mn-lt"/>
            </a:endParaRPr>
          </a:p>
        </p:txBody>
      </p:sp>
      <p:sp>
        <p:nvSpPr>
          <p:cNvPr id="4" name="isEquinor" hidden="1">
            <a:extLst>
              <a:ext uri="{FF2B5EF4-FFF2-40B4-BE49-F238E27FC236}">
                <a16:creationId xmlns:a16="http://schemas.microsoft.com/office/drawing/2014/main" id="{5118DC7A-7735-4C04-9A17-53916530E1F8}"/>
              </a:ext>
            </a:extLst>
          </p:cNvPr>
          <p:cNvSpPr/>
          <p:nvPr userDrawn="1"/>
        </p:nvSpPr>
        <p:spPr>
          <a:xfrm>
            <a:off x="349624" y="242047"/>
            <a:ext cx="2050676" cy="2016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Shape 10">
            <a:extLst>
              <a:ext uri="{FF2B5EF4-FFF2-40B4-BE49-F238E27FC236}">
                <a16:creationId xmlns:a16="http://schemas.microsoft.com/office/drawing/2014/main" id="{22F0561D-7920-46DD-69C7-002B6307DA7D}"/>
              </a:ext>
            </a:extLst>
          </p:cNvPr>
          <p:cNvSpPr>
            <a:spLocks noChangeAspect="1"/>
          </p:cNvSpPr>
          <p:nvPr/>
        </p:nvSpPr>
        <p:spPr>
          <a:xfrm>
            <a:off x="11136000" y="162000"/>
            <a:ext cx="360000" cy="426702"/>
          </a:xfrm>
          <a:custGeom>
            <a:avLst/>
            <a:gdLst>
              <a:gd name="connsiteX0" fmla="*/ 171346 w 306110"/>
              <a:gd name="connsiteY0" fmla="*/ 300417 h 362827"/>
              <a:gd name="connsiteX1" fmla="*/ 193941 w 306110"/>
              <a:gd name="connsiteY1" fmla="*/ 313328 h 362827"/>
              <a:gd name="connsiteX2" fmla="*/ 196093 w 306110"/>
              <a:gd name="connsiteY2" fmla="*/ 317094 h 362827"/>
              <a:gd name="connsiteX3" fmla="*/ 196093 w 306110"/>
              <a:gd name="connsiteY3" fmla="*/ 343186 h 362827"/>
              <a:gd name="connsiteX4" fmla="*/ 191790 w 306110"/>
              <a:gd name="connsiteY4" fmla="*/ 345607 h 362827"/>
              <a:gd name="connsiteX5" fmla="*/ 169194 w 306110"/>
              <a:gd name="connsiteY5" fmla="*/ 332695 h 362827"/>
              <a:gd name="connsiteX6" fmla="*/ 167042 w 306110"/>
              <a:gd name="connsiteY6" fmla="*/ 328930 h 362827"/>
              <a:gd name="connsiteX7" fmla="*/ 167042 w 306110"/>
              <a:gd name="connsiteY7" fmla="*/ 302838 h 362827"/>
              <a:gd name="connsiteX8" fmla="*/ 171346 w 306110"/>
              <a:gd name="connsiteY8" fmla="*/ 300417 h 362827"/>
              <a:gd name="connsiteX9" fmla="*/ 189369 w 306110"/>
              <a:gd name="connsiteY9" fmla="*/ 268945 h 362827"/>
              <a:gd name="connsiteX10" fmla="*/ 211964 w 306110"/>
              <a:gd name="connsiteY10" fmla="*/ 281856 h 362827"/>
              <a:gd name="connsiteX11" fmla="*/ 216268 w 306110"/>
              <a:gd name="connsiteY11" fmla="*/ 281856 h 362827"/>
              <a:gd name="connsiteX12" fmla="*/ 238863 w 306110"/>
              <a:gd name="connsiteY12" fmla="*/ 268945 h 362827"/>
              <a:gd name="connsiteX13" fmla="*/ 238863 w 306110"/>
              <a:gd name="connsiteY13" fmla="*/ 264103 h 362827"/>
              <a:gd name="connsiteX14" fmla="*/ 216268 w 306110"/>
              <a:gd name="connsiteY14" fmla="*/ 251192 h 362827"/>
              <a:gd name="connsiteX15" fmla="*/ 211964 w 306110"/>
              <a:gd name="connsiteY15" fmla="*/ 251192 h 362827"/>
              <a:gd name="connsiteX16" fmla="*/ 189369 w 306110"/>
              <a:gd name="connsiteY16" fmla="*/ 264103 h 362827"/>
              <a:gd name="connsiteX17" fmla="*/ 189369 w 306110"/>
              <a:gd name="connsiteY17" fmla="*/ 268945 h 362827"/>
              <a:gd name="connsiteX18" fmla="*/ 107865 w 306110"/>
              <a:gd name="connsiteY18" fmla="*/ 263565 h 362827"/>
              <a:gd name="connsiteX19" fmla="*/ 57295 w 306110"/>
              <a:gd name="connsiteY19" fmla="*/ 234245 h 362827"/>
              <a:gd name="connsiteX20" fmla="*/ 52453 w 306110"/>
              <a:gd name="connsiteY20" fmla="*/ 234245 h 362827"/>
              <a:gd name="connsiteX21" fmla="*/ 1614 w 306110"/>
              <a:gd name="connsiteY21" fmla="*/ 263565 h 362827"/>
              <a:gd name="connsiteX22" fmla="*/ 1614 w 306110"/>
              <a:gd name="connsiteY22" fmla="*/ 269214 h 362827"/>
              <a:gd name="connsiteX23" fmla="*/ 52184 w 306110"/>
              <a:gd name="connsiteY23" fmla="*/ 298534 h 362827"/>
              <a:gd name="connsiteX24" fmla="*/ 57026 w 306110"/>
              <a:gd name="connsiteY24" fmla="*/ 298534 h 362827"/>
              <a:gd name="connsiteX25" fmla="*/ 107596 w 306110"/>
              <a:gd name="connsiteY25" fmla="*/ 269214 h 362827"/>
              <a:gd name="connsiteX26" fmla="*/ 107865 w 306110"/>
              <a:gd name="connsiteY26" fmla="*/ 263565 h 362827"/>
              <a:gd name="connsiteX27" fmla="*/ 127501 w 306110"/>
              <a:gd name="connsiteY27" fmla="*/ 299610 h 362827"/>
              <a:gd name="connsiteX28" fmla="*/ 93608 w 306110"/>
              <a:gd name="connsiteY28" fmla="*/ 318977 h 362827"/>
              <a:gd name="connsiteX29" fmla="*/ 91994 w 306110"/>
              <a:gd name="connsiteY29" fmla="*/ 321667 h 362827"/>
              <a:gd name="connsiteX30" fmla="*/ 91994 w 306110"/>
              <a:gd name="connsiteY30" fmla="*/ 360670 h 362827"/>
              <a:gd name="connsiteX31" fmla="*/ 95222 w 306110"/>
              <a:gd name="connsiteY31" fmla="*/ 362553 h 362827"/>
              <a:gd name="connsiteX32" fmla="*/ 129115 w 306110"/>
              <a:gd name="connsiteY32" fmla="*/ 343186 h 362827"/>
              <a:gd name="connsiteX33" fmla="*/ 130729 w 306110"/>
              <a:gd name="connsiteY33" fmla="*/ 340496 h 362827"/>
              <a:gd name="connsiteX34" fmla="*/ 130729 w 306110"/>
              <a:gd name="connsiteY34" fmla="*/ 301493 h 362827"/>
              <a:gd name="connsiteX35" fmla="*/ 127501 w 306110"/>
              <a:gd name="connsiteY35" fmla="*/ 299610 h 362827"/>
              <a:gd name="connsiteX36" fmla="*/ 294544 w 306110"/>
              <a:gd name="connsiteY36" fmla="*/ 1032 h 362827"/>
              <a:gd name="connsiteX37" fmla="*/ 172960 w 306110"/>
              <a:gd name="connsiteY37" fmla="*/ 71238 h 362827"/>
              <a:gd name="connsiteX38" fmla="*/ 167042 w 306110"/>
              <a:gd name="connsiteY38" fmla="*/ 81190 h 362827"/>
              <a:gd name="connsiteX39" fmla="*/ 167042 w 306110"/>
              <a:gd name="connsiteY39" fmla="*/ 221603 h 362827"/>
              <a:gd name="connsiteX40" fmla="*/ 178878 w 306110"/>
              <a:gd name="connsiteY40" fmla="*/ 228328 h 362827"/>
              <a:gd name="connsiteX41" fmla="*/ 300461 w 306110"/>
              <a:gd name="connsiteY41" fmla="*/ 158121 h 362827"/>
              <a:gd name="connsiteX42" fmla="*/ 306110 w 306110"/>
              <a:gd name="connsiteY42" fmla="*/ 148169 h 362827"/>
              <a:gd name="connsiteX43" fmla="*/ 306110 w 306110"/>
              <a:gd name="connsiteY43" fmla="*/ 7756 h 362827"/>
              <a:gd name="connsiteX44" fmla="*/ 294544 w 306110"/>
              <a:gd name="connsiteY44" fmla="*/ 1032 h 362827"/>
              <a:gd name="connsiteX45" fmla="*/ 34162 w 306110"/>
              <a:gd name="connsiteY45" fmla="*/ 77156 h 362827"/>
              <a:gd name="connsiteX46" fmla="*/ 34162 w 306110"/>
              <a:gd name="connsiteY46" fmla="*/ 174799 h 362827"/>
              <a:gd name="connsiteX47" fmla="*/ 38197 w 306110"/>
              <a:gd name="connsiteY47" fmla="*/ 181792 h 362827"/>
              <a:gd name="connsiteX48" fmla="*/ 122659 w 306110"/>
              <a:gd name="connsiteY48" fmla="*/ 230479 h 362827"/>
              <a:gd name="connsiteX49" fmla="*/ 130729 w 306110"/>
              <a:gd name="connsiteY49" fmla="*/ 225907 h 362827"/>
              <a:gd name="connsiteX50" fmla="*/ 130729 w 306110"/>
              <a:gd name="connsiteY50" fmla="*/ 128264 h 362827"/>
              <a:gd name="connsiteX51" fmla="*/ 126694 w 306110"/>
              <a:gd name="connsiteY51" fmla="*/ 121270 h 362827"/>
              <a:gd name="connsiteX52" fmla="*/ 42231 w 306110"/>
              <a:gd name="connsiteY52" fmla="*/ 72583 h 362827"/>
              <a:gd name="connsiteX53" fmla="*/ 34162 w 306110"/>
              <a:gd name="connsiteY53" fmla="*/ 77156 h 362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06110" h="362827">
                <a:moveTo>
                  <a:pt x="171346" y="300417"/>
                </a:moveTo>
                <a:lnTo>
                  <a:pt x="193941" y="313328"/>
                </a:lnTo>
                <a:cubicBezTo>
                  <a:pt x="195286" y="314135"/>
                  <a:pt x="196093" y="315480"/>
                  <a:pt x="196093" y="317094"/>
                </a:cubicBezTo>
                <a:lnTo>
                  <a:pt x="196093" y="343186"/>
                </a:lnTo>
                <a:cubicBezTo>
                  <a:pt x="196093" y="345338"/>
                  <a:pt x="193672" y="346683"/>
                  <a:pt x="191790" y="345607"/>
                </a:cubicBezTo>
                <a:lnTo>
                  <a:pt x="169194" y="332695"/>
                </a:lnTo>
                <a:cubicBezTo>
                  <a:pt x="167849" y="331888"/>
                  <a:pt x="167042" y="330544"/>
                  <a:pt x="167042" y="328930"/>
                </a:cubicBezTo>
                <a:lnTo>
                  <a:pt x="167042" y="302838"/>
                </a:lnTo>
                <a:cubicBezTo>
                  <a:pt x="167042" y="300686"/>
                  <a:pt x="169463" y="299072"/>
                  <a:pt x="171346" y="300417"/>
                </a:cubicBezTo>
                <a:close/>
                <a:moveTo>
                  <a:pt x="189369" y="268945"/>
                </a:moveTo>
                <a:lnTo>
                  <a:pt x="211964" y="281856"/>
                </a:lnTo>
                <a:cubicBezTo>
                  <a:pt x="213309" y="282663"/>
                  <a:pt x="214923" y="282663"/>
                  <a:pt x="216268" y="281856"/>
                </a:cubicBezTo>
                <a:lnTo>
                  <a:pt x="238863" y="268945"/>
                </a:lnTo>
                <a:cubicBezTo>
                  <a:pt x="240746" y="267869"/>
                  <a:pt x="240746" y="265179"/>
                  <a:pt x="238863" y="264103"/>
                </a:cubicBezTo>
                <a:lnTo>
                  <a:pt x="216268" y="251192"/>
                </a:lnTo>
                <a:cubicBezTo>
                  <a:pt x="214923" y="250385"/>
                  <a:pt x="213309" y="250385"/>
                  <a:pt x="211964" y="251192"/>
                </a:cubicBezTo>
                <a:lnTo>
                  <a:pt x="189369" y="264103"/>
                </a:lnTo>
                <a:cubicBezTo>
                  <a:pt x="187486" y="265179"/>
                  <a:pt x="187486" y="267869"/>
                  <a:pt x="189369" y="268945"/>
                </a:cubicBezTo>
                <a:close/>
                <a:moveTo>
                  <a:pt x="107865" y="263565"/>
                </a:moveTo>
                <a:lnTo>
                  <a:pt x="57295" y="234245"/>
                </a:lnTo>
                <a:cubicBezTo>
                  <a:pt x="55681" y="233438"/>
                  <a:pt x="54067" y="233438"/>
                  <a:pt x="52453" y="234245"/>
                </a:cubicBezTo>
                <a:lnTo>
                  <a:pt x="1614" y="263565"/>
                </a:lnTo>
                <a:cubicBezTo>
                  <a:pt x="-538" y="264910"/>
                  <a:pt x="-538" y="267869"/>
                  <a:pt x="1614" y="269214"/>
                </a:cubicBezTo>
                <a:lnTo>
                  <a:pt x="52184" y="298534"/>
                </a:lnTo>
                <a:cubicBezTo>
                  <a:pt x="53798" y="299341"/>
                  <a:pt x="55412" y="299341"/>
                  <a:pt x="57026" y="298534"/>
                </a:cubicBezTo>
                <a:lnTo>
                  <a:pt x="107596" y="269214"/>
                </a:lnTo>
                <a:cubicBezTo>
                  <a:pt x="110017" y="268138"/>
                  <a:pt x="110017" y="264910"/>
                  <a:pt x="107865" y="263565"/>
                </a:cubicBezTo>
                <a:close/>
                <a:moveTo>
                  <a:pt x="127501" y="299610"/>
                </a:moveTo>
                <a:lnTo>
                  <a:pt x="93608" y="318977"/>
                </a:lnTo>
                <a:cubicBezTo>
                  <a:pt x="92532" y="319515"/>
                  <a:pt x="91994" y="320591"/>
                  <a:pt x="91994" y="321667"/>
                </a:cubicBezTo>
                <a:lnTo>
                  <a:pt x="91994" y="360670"/>
                </a:lnTo>
                <a:cubicBezTo>
                  <a:pt x="91994" y="362284"/>
                  <a:pt x="93877" y="363360"/>
                  <a:pt x="95222" y="362553"/>
                </a:cubicBezTo>
                <a:lnTo>
                  <a:pt x="129115" y="343186"/>
                </a:lnTo>
                <a:cubicBezTo>
                  <a:pt x="130191" y="342648"/>
                  <a:pt x="130729" y="341572"/>
                  <a:pt x="130729" y="340496"/>
                </a:cubicBezTo>
                <a:lnTo>
                  <a:pt x="130729" y="301493"/>
                </a:lnTo>
                <a:cubicBezTo>
                  <a:pt x="130729" y="299879"/>
                  <a:pt x="128846" y="298803"/>
                  <a:pt x="127501" y="299610"/>
                </a:cubicBezTo>
                <a:close/>
                <a:moveTo>
                  <a:pt x="294544" y="1032"/>
                </a:moveTo>
                <a:lnTo>
                  <a:pt x="172960" y="71238"/>
                </a:lnTo>
                <a:cubicBezTo>
                  <a:pt x="169463" y="73390"/>
                  <a:pt x="167042" y="77156"/>
                  <a:pt x="167042" y="81190"/>
                </a:cubicBezTo>
                <a:lnTo>
                  <a:pt x="167042" y="221603"/>
                </a:lnTo>
                <a:cubicBezTo>
                  <a:pt x="167042" y="227521"/>
                  <a:pt x="173498" y="231286"/>
                  <a:pt x="178878" y="228328"/>
                </a:cubicBezTo>
                <a:lnTo>
                  <a:pt x="300461" y="158121"/>
                </a:lnTo>
                <a:cubicBezTo>
                  <a:pt x="303958" y="155969"/>
                  <a:pt x="306110" y="152204"/>
                  <a:pt x="306110" y="148169"/>
                </a:cubicBezTo>
                <a:lnTo>
                  <a:pt x="306110" y="7756"/>
                </a:lnTo>
                <a:cubicBezTo>
                  <a:pt x="306110" y="1839"/>
                  <a:pt x="299654" y="-1927"/>
                  <a:pt x="294544" y="1032"/>
                </a:cubicBezTo>
                <a:close/>
                <a:moveTo>
                  <a:pt x="34162" y="77156"/>
                </a:moveTo>
                <a:lnTo>
                  <a:pt x="34162" y="174799"/>
                </a:lnTo>
                <a:cubicBezTo>
                  <a:pt x="34162" y="177758"/>
                  <a:pt x="35507" y="180447"/>
                  <a:pt x="38197" y="181792"/>
                </a:cubicBezTo>
                <a:lnTo>
                  <a:pt x="122659" y="230479"/>
                </a:lnTo>
                <a:cubicBezTo>
                  <a:pt x="126156" y="232631"/>
                  <a:pt x="130729" y="229941"/>
                  <a:pt x="130729" y="225907"/>
                </a:cubicBezTo>
                <a:lnTo>
                  <a:pt x="130729" y="128264"/>
                </a:lnTo>
                <a:cubicBezTo>
                  <a:pt x="130729" y="125305"/>
                  <a:pt x="129115" y="122615"/>
                  <a:pt x="126694" y="121270"/>
                </a:cubicBezTo>
                <a:lnTo>
                  <a:pt x="42231" y="72583"/>
                </a:lnTo>
                <a:cubicBezTo>
                  <a:pt x="38466" y="70431"/>
                  <a:pt x="34162" y="73121"/>
                  <a:pt x="34162" y="77156"/>
                </a:cubicBezTo>
                <a:close/>
              </a:path>
            </a:pathLst>
          </a:custGeom>
          <a:solidFill>
            <a:srgbClr val="FF1243"/>
          </a:solidFill>
          <a:ln w="2684" cap="flat">
            <a:noFill/>
            <a:prstDash val="solid"/>
            <a:miter/>
          </a:ln>
        </p:spPr>
        <p:txBody>
          <a:bodyPr rtlCol="0" anchor="ctr"/>
          <a:lstStyle/>
          <a:p>
            <a:endParaRPr lang="nb-NO"/>
          </a:p>
        </p:txBody>
      </p:sp>
      <p:graphicFrame>
        <p:nvGraphicFramePr>
          <p:cNvPr id="26" name="Table 25">
            <a:extLst>
              <a:ext uri="{FF2B5EF4-FFF2-40B4-BE49-F238E27FC236}">
                <a16:creationId xmlns:a16="http://schemas.microsoft.com/office/drawing/2014/main" id="{32598C14-D2C6-7ED6-E763-76F034E52550}"/>
              </a:ext>
            </a:extLst>
          </p:cNvPr>
          <p:cNvGraphicFramePr>
            <a:graphicFrameLocks noGrp="1"/>
          </p:cNvGraphicFramePr>
          <p:nvPr userDrawn="1">
            <p:extLst>
              <p:ext uri="{D42A27DB-BD31-4B8C-83A1-F6EECF244321}">
                <p14:modId xmlns:p14="http://schemas.microsoft.com/office/powerpoint/2010/main" val="1590297876"/>
              </p:ext>
            </p:extLst>
          </p:nvPr>
        </p:nvGraphicFramePr>
        <p:xfrm>
          <a:off x="12396000" y="562018"/>
          <a:ext cx="720000" cy="3406732"/>
        </p:xfrm>
        <a:graphic>
          <a:graphicData uri="http://schemas.openxmlformats.org/drawingml/2006/table">
            <a:tbl>
              <a:tblPr firstRow="1" bandRow="1">
                <a:tableStyleId>{5C22544A-7EE6-4342-B048-85BDC9FD1C3A}</a:tableStyleId>
              </a:tblPr>
              <a:tblGrid>
                <a:gridCol w="180000">
                  <a:extLst>
                    <a:ext uri="{9D8B030D-6E8A-4147-A177-3AD203B41FA5}">
                      <a16:colId xmlns:a16="http://schemas.microsoft.com/office/drawing/2014/main" val="861224841"/>
                    </a:ext>
                  </a:extLst>
                </a:gridCol>
                <a:gridCol w="180000">
                  <a:extLst>
                    <a:ext uri="{9D8B030D-6E8A-4147-A177-3AD203B41FA5}">
                      <a16:colId xmlns:a16="http://schemas.microsoft.com/office/drawing/2014/main" val="1646885003"/>
                    </a:ext>
                  </a:extLst>
                </a:gridCol>
                <a:gridCol w="180000">
                  <a:extLst>
                    <a:ext uri="{9D8B030D-6E8A-4147-A177-3AD203B41FA5}">
                      <a16:colId xmlns:a16="http://schemas.microsoft.com/office/drawing/2014/main" val="518641644"/>
                    </a:ext>
                  </a:extLst>
                </a:gridCol>
                <a:gridCol w="180000">
                  <a:extLst>
                    <a:ext uri="{9D8B030D-6E8A-4147-A177-3AD203B41FA5}">
                      <a16:colId xmlns:a16="http://schemas.microsoft.com/office/drawing/2014/main" val="2238716180"/>
                    </a:ext>
                  </a:extLst>
                </a:gridCol>
              </a:tblGrid>
              <a:tr h="180662">
                <a:tc gridSpan="4">
                  <a:txBody>
                    <a:bodyPr/>
                    <a:lstStyle/>
                    <a:p>
                      <a:r>
                        <a:rPr lang="nb-NO" sz="600" b="0"/>
                        <a:t>Use Eyedropper tool to pick one of these colours</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3866353459"/>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2667466"/>
                  </a:ext>
                </a:extLst>
              </a:tr>
              <a:tr h="180000">
                <a:tc gridSpan="4">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hMerge="1">
                  <a:txBody>
                    <a:bodyPr/>
                    <a:lstStyle/>
                    <a:p>
                      <a:endParaRPr lang="nb-NO" sz="200"/>
                    </a:p>
                  </a:txBody>
                  <a:tcPr marL="0" marR="0" marT="0" marB="0">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hMerge="1">
                  <a:txBody>
                    <a:bodyPr/>
                    <a:lstStyle/>
                    <a:p>
                      <a:endParaRPr lang="nb-NO" sz="200"/>
                    </a:p>
                  </a:txBody>
                  <a:tcPr marL="0" marR="0" marT="0" marB="0">
                    <a:lnL w="12700"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2640121"/>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F4FF"/>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F9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D6"/>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05057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BF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DFC6"/>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3403457"/>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AE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3E4CE"/>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D1AF"/>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68549"/>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8C3D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A9D4BA"/>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C3A3"/>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763500"/>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194BB"/>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B7A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A890"/>
                    </a:solid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05624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96F9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62A89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8937C"/>
                    </a:solidFill>
                  </a:tcPr>
                </a:tc>
                <a:tc>
                  <a:txBody>
                    <a:bodyPr/>
                    <a:lstStyle/>
                    <a:p>
                      <a:pPr algn="ctr"/>
                      <a:r>
                        <a:rPr lang="nb-NO" sz="600">
                          <a:solidFill>
                            <a:schemeClr val="bg1"/>
                          </a:solidFil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7585273"/>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A4D74"/>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48C83"/>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F6D62"/>
                    </a:solidFill>
                  </a:tcPr>
                </a:tc>
                <a:tc>
                  <a:txBody>
                    <a:bodyPr/>
                    <a:lstStyle/>
                    <a:p>
                      <a:pPr algn="ctr"/>
                      <a:r>
                        <a:rPr lang="nb-NO" sz="600">
                          <a:solidFill>
                            <a:schemeClr val="bg1"/>
                          </a:solidFil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076424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33F5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D7B7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424C"/>
                    </a:solidFill>
                  </a:tcPr>
                </a:tc>
                <a:tc>
                  <a:txBody>
                    <a:bodyPr/>
                    <a:lstStyle/>
                    <a:p>
                      <a:pPr algn="ctr"/>
                      <a:r>
                        <a:rPr lang="nb-NO" sz="600">
                          <a:solidFill>
                            <a:schemeClr val="bg1"/>
                          </a:solidFil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742016"/>
                  </a:ext>
                </a:extLst>
              </a:tr>
              <a:tr h="180000">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7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C0023"/>
                    </a:solidFill>
                  </a:tcPr>
                </a:tc>
                <a:tc>
                  <a:txBody>
                    <a:bodyPr/>
                    <a:lstStyle/>
                    <a:p>
                      <a:pPr algn="ctr"/>
                      <a:r>
                        <a:rPr lang="nb-NO" sz="600">
                          <a:solidFill>
                            <a:schemeClr val="bg1"/>
                          </a:solidFill>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154419"/>
                  </a:ext>
                </a:extLst>
              </a:tr>
              <a:tr h="180412">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nb-NO" sz="600">
                        <a:solidFill>
                          <a:schemeClr val="bg1"/>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732092"/>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EDE9"/>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5B7"/>
                    </a:solidFill>
                  </a:tcPr>
                </a:tc>
                <a:tc>
                  <a:txBody>
                    <a:bodyPr/>
                    <a:lstStyle/>
                    <a:p>
                      <a:pPr algn="ctr"/>
                      <a:r>
                        <a:rPr lang="nb-NO" sz="600">
                          <a:solidFill>
                            <a:schemeClr val="bg1"/>
                          </a:solidFil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126013"/>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3DFDD"/>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199"/>
                    </a:solidFill>
                  </a:tcPr>
                </a:tc>
                <a:tc>
                  <a:txBody>
                    <a:bodyPr/>
                    <a:lstStyle/>
                    <a:p>
                      <a:pPr algn="ctr"/>
                      <a:r>
                        <a:rPr lang="nb-NO" sz="600">
                          <a:solidFill>
                            <a:schemeClr val="bg1"/>
                          </a:solidFil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025785"/>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1D4D6"/>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E88C"/>
                    </a:solidFill>
                  </a:tcPr>
                </a:tc>
                <a:tc>
                  <a:txBody>
                    <a:bodyPr/>
                    <a:lstStyle/>
                    <a:p>
                      <a:pPr algn="ctr"/>
                      <a:r>
                        <a:rPr lang="nb-NO" sz="600">
                          <a:solidFill>
                            <a:schemeClr val="bg1"/>
                          </a:solidFil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023671"/>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5C6C8"/>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DC79"/>
                    </a:solidFill>
                  </a:tcPr>
                </a:tc>
                <a:tc>
                  <a:txBody>
                    <a:bodyPr/>
                    <a:lstStyle/>
                    <a:p>
                      <a:pPr algn="ctr"/>
                      <a:r>
                        <a:rPr lang="nb-NO" sz="600">
                          <a:solidFill>
                            <a:schemeClr val="bg1"/>
                          </a:solidFill>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089277"/>
                  </a:ext>
                </a:extLst>
              </a:tr>
              <a:tr h="180000">
                <a:tc>
                  <a:txBody>
                    <a:bodyPr/>
                    <a:lstStyle/>
                    <a:p>
                      <a:endParaRPr lang="nb-NO" sz="200"/>
                    </a:p>
                  </a:txBody>
                  <a:tcPr marL="0" marR="0" marT="0" marB="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5A7AC"/>
                    </a:solidFill>
                  </a:tcPr>
                </a:tc>
                <a:tc>
                  <a:txBody>
                    <a:bodyPr/>
                    <a:lstStyle/>
                    <a:p>
                      <a:endParaRPr lang="nb-NO" sz="200"/>
                    </a:p>
                  </a:txBody>
                  <a:tcPr marL="0" marR="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600">
                          <a:solidFill>
                            <a:schemeClr val="bg1"/>
                          </a:solidFill>
                        </a:rPr>
                        <a:t>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50108"/>
                  </a:ext>
                </a:extLst>
              </a:tr>
            </a:tbl>
          </a:graphicData>
        </a:graphic>
      </p:graphicFrame>
    </p:spTree>
    <p:extLst>
      <p:ext uri="{BB962C8B-B14F-4D97-AF65-F5344CB8AC3E}">
        <p14:creationId xmlns:p14="http://schemas.microsoft.com/office/powerpoint/2010/main" val="1161360054"/>
      </p:ext>
    </p:extLst>
  </p:cSld>
  <p:clrMap bg1="lt1" tx1="dk1" bg2="lt2" tx2="dk2" accent1="accent1" accent2="accent2" accent3="accent3" accent4="accent4" accent5="accent5" accent6="accent6" hlink="hlink" folHlink="folHlink"/>
  <p:sldLayoutIdLst>
    <p:sldLayoutId id="2147483649" r:id="rId1"/>
    <p:sldLayoutId id="2147483665" r:id="rId2"/>
    <p:sldLayoutId id="2147483664" r:id="rId3"/>
    <p:sldLayoutId id="2147483676" r:id="rId4"/>
    <p:sldLayoutId id="2147483667" r:id="rId5"/>
    <p:sldLayoutId id="2147483660" r:id="rId6"/>
    <p:sldLayoutId id="2147483661" r:id="rId7"/>
    <p:sldLayoutId id="2147483683" r:id="rId8"/>
    <p:sldLayoutId id="2147483684" r:id="rId9"/>
    <p:sldLayoutId id="2147483699" r:id="rId10"/>
    <p:sldLayoutId id="2147483700" r:id="rId11"/>
    <p:sldLayoutId id="2147483650" r:id="rId12"/>
    <p:sldLayoutId id="2147483652" r:id="rId13"/>
    <p:sldLayoutId id="2147483668" r:id="rId14"/>
    <p:sldLayoutId id="2147483673" r:id="rId15"/>
    <p:sldLayoutId id="2147483679" r:id="rId16"/>
    <p:sldLayoutId id="2147483669" r:id="rId17"/>
    <p:sldLayoutId id="2147483678" r:id="rId18"/>
    <p:sldLayoutId id="2147483656" r:id="rId19"/>
    <p:sldLayoutId id="2147483695" r:id="rId20"/>
    <p:sldLayoutId id="2147483688" r:id="rId21"/>
    <p:sldLayoutId id="2147483690" r:id="rId22"/>
    <p:sldLayoutId id="2147483698" r:id="rId23"/>
    <p:sldLayoutId id="2147483692" r:id="rId24"/>
    <p:sldLayoutId id="2147483689" r:id="rId25"/>
    <p:sldLayoutId id="2147483691" r:id="rId26"/>
    <p:sldLayoutId id="2147483694" r:id="rId27"/>
    <p:sldLayoutId id="2147483680" r:id="rId28"/>
    <p:sldLayoutId id="2147483693" r:id="rId29"/>
    <p:sldLayoutId id="2147483697" r:id="rId30"/>
    <p:sldLayoutId id="2147483677" r:id="rId31"/>
    <p:sldLayoutId id="2147483657" r:id="rId32"/>
    <p:sldLayoutId id="2147483681" r:id="rId33"/>
    <p:sldLayoutId id="2147483682" r:id="rId34"/>
    <p:sldLayoutId id="2147483687" r:id="rId35"/>
    <p:sldLayoutId id="2147483685" r:id="rId36"/>
    <p:sldLayoutId id="2147483686" r:id="rId37"/>
    <p:sldLayoutId id="2147483654" r:id="rId38"/>
    <p:sldLayoutId id="2147483655" r:id="rId39"/>
    <p:sldLayoutId id="2147483671" r:id="rId40"/>
    <p:sldLayoutId id="2147483674" r:id="rId41"/>
    <p:sldLayoutId id="2147483702" r:id="rId42"/>
  </p:sldLayoutIdLst>
  <p:hf hdr="0" ftr="0" dt="0"/>
  <p:txStyles>
    <p:titleStyle>
      <a:lvl1pPr algn="l" defTabSz="914400" rtl="0" eaLnBrk="1" latinLnBrk="0" hangingPunct="1">
        <a:lnSpc>
          <a:spcPct val="100000"/>
        </a:lnSpc>
        <a:spcBef>
          <a:spcPct val="0"/>
        </a:spcBef>
        <a:buNone/>
        <a:defRPr sz="2400" kern="1200">
          <a:solidFill>
            <a:srgbClr val="243746"/>
          </a:solidFill>
          <a:latin typeface="Equinor Light" panose="020B0303050302040203" pitchFamily="34" charset="0"/>
          <a:ea typeface="+mj-ea"/>
          <a:cs typeface="+mj-cs"/>
        </a:defRPr>
      </a:lvl1pPr>
    </p:titleStyle>
    <p:bodyStyle>
      <a:lvl1pPr marL="180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400" kern="1200" spc="0" baseline="0">
          <a:solidFill>
            <a:srgbClr val="243746"/>
          </a:solidFill>
          <a:latin typeface="+mn-lt"/>
          <a:ea typeface="Verdana" panose="020B0604030504040204" pitchFamily="34" charset="0"/>
          <a:cs typeface="Verdana" panose="020B0604030504040204" pitchFamily="34" charset="0"/>
        </a:defRPr>
      </a:lvl1pPr>
      <a:lvl2pPr marL="612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400" kern="1200" spc="0" baseline="0">
          <a:solidFill>
            <a:srgbClr val="243746"/>
          </a:solidFill>
          <a:latin typeface="+mn-lt"/>
          <a:ea typeface="Verdana" panose="020B0604030504040204" pitchFamily="34" charset="0"/>
          <a:cs typeface="Verdana" panose="020B0604030504040204" pitchFamily="34" charset="0"/>
        </a:defRPr>
      </a:lvl2pPr>
      <a:lvl3pPr marL="1044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400" kern="1200" spc="0" baseline="0">
          <a:solidFill>
            <a:srgbClr val="243746"/>
          </a:solidFill>
          <a:latin typeface="+mn-lt"/>
          <a:ea typeface="Verdana" panose="020B0604030504040204" pitchFamily="34" charset="0"/>
          <a:cs typeface="Verdana" panose="020B0604030504040204" pitchFamily="34" charset="0"/>
        </a:defRPr>
      </a:lvl3pPr>
      <a:lvl4pPr marL="1476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400" kern="1200" spc="0" baseline="0">
          <a:solidFill>
            <a:srgbClr val="243746"/>
          </a:solidFill>
          <a:latin typeface="+mn-lt"/>
          <a:ea typeface="Verdana" panose="020B0604030504040204" pitchFamily="34" charset="0"/>
          <a:cs typeface="Verdana" panose="020B0604030504040204" pitchFamily="34" charset="0"/>
        </a:defRPr>
      </a:lvl4pPr>
      <a:lvl5pPr marL="1908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400" kern="1200" spc="0" baseline="0">
          <a:solidFill>
            <a:srgbClr val="243746"/>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8" userDrawn="1">
          <p15:clr>
            <a:srgbClr val="F26B43"/>
          </p15:clr>
        </p15:guide>
        <p15:guide id="2" pos="7242" userDrawn="1">
          <p15:clr>
            <a:srgbClr val="F26B43"/>
          </p15:clr>
        </p15:guide>
        <p15:guide id="4" orient="horz" pos="2840" userDrawn="1">
          <p15:clr>
            <a:srgbClr val="F26B43"/>
          </p15:clr>
        </p15:guide>
        <p15:guide id="6" orient="horz" pos="2954" userDrawn="1">
          <p15:clr>
            <a:srgbClr val="F26B43"/>
          </p15:clr>
        </p15:guide>
        <p15:guide id="8" orient="horz" pos="3067" userDrawn="1">
          <p15:clr>
            <a:srgbClr val="F26B43"/>
          </p15:clr>
        </p15:guide>
        <p15:guide id="10" orient="horz" pos="3180" userDrawn="1">
          <p15:clr>
            <a:srgbClr val="F26B43"/>
          </p15:clr>
        </p15:guide>
        <p15:guide id="14" orient="horz" pos="3294" userDrawn="1">
          <p15:clr>
            <a:srgbClr val="F26B43"/>
          </p15:clr>
        </p15:guide>
        <p15:guide id="18" orient="horz" pos="3521" userDrawn="1">
          <p15:clr>
            <a:srgbClr val="F26B43"/>
          </p15:clr>
        </p15:guide>
        <p15:guide id="20" orient="horz" pos="3634" userDrawn="1">
          <p15:clr>
            <a:srgbClr val="F26B43"/>
          </p15:clr>
        </p15:guide>
        <p15:guide id="21" orient="horz" pos="3747" userDrawn="1">
          <p15:clr>
            <a:srgbClr val="F26B43"/>
          </p15:clr>
        </p15:guide>
        <p15:guide id="22" pos="6675" userDrawn="1">
          <p15:clr>
            <a:srgbClr val="F26B43"/>
          </p15:clr>
        </p15:guide>
        <p15:guide id="24" pos="6108" userDrawn="1">
          <p15:clr>
            <a:srgbClr val="F26B43"/>
          </p15:clr>
        </p15:guide>
        <p15:guide id="26" pos="5541" userDrawn="1">
          <p15:clr>
            <a:srgbClr val="F26B43"/>
          </p15:clr>
        </p15:guide>
        <p15:guide id="28" pos="4974" userDrawn="1">
          <p15:clr>
            <a:srgbClr val="F26B43"/>
          </p15:clr>
        </p15:guide>
        <p15:guide id="30" pos="4407" userDrawn="1">
          <p15:clr>
            <a:srgbClr val="F26B43"/>
          </p15:clr>
        </p15:guide>
        <p15:guide id="32" pos="3840" userDrawn="1">
          <p15:clr>
            <a:srgbClr val="F26B43"/>
          </p15:clr>
        </p15:guide>
        <p15:guide id="34" pos="3727" userDrawn="1">
          <p15:clr>
            <a:srgbClr val="F26B43"/>
          </p15:clr>
        </p15:guide>
        <p15:guide id="36" pos="2706" userDrawn="1">
          <p15:clr>
            <a:srgbClr val="F26B43"/>
          </p15:clr>
        </p15:guide>
        <p15:guide id="38" pos="2139" userDrawn="1">
          <p15:clr>
            <a:srgbClr val="F26B43"/>
          </p15:clr>
        </p15:guide>
        <p15:guide id="40" pos="1572" userDrawn="1">
          <p15:clr>
            <a:srgbClr val="F26B43"/>
          </p15:clr>
        </p15:guide>
        <p15:guide id="42" pos="1005" userDrawn="1">
          <p15:clr>
            <a:srgbClr val="F26B43"/>
          </p15:clr>
        </p15:guide>
        <p15:guide id="43" orient="horz" pos="3861" userDrawn="1">
          <p15:clr>
            <a:srgbClr val="F26B43"/>
          </p15:clr>
        </p15:guide>
        <p15:guide id="44" orient="horz" pos="3974" userDrawn="1">
          <p15:clr>
            <a:srgbClr val="F26B43"/>
          </p15:clr>
        </p15:guide>
        <p15:guide id="45" pos="3613" userDrawn="1">
          <p15:clr>
            <a:srgbClr val="F26B43"/>
          </p15:clr>
        </p15:guide>
        <p15:guide id="46" pos="3500" userDrawn="1">
          <p15:clr>
            <a:srgbClr val="F26B43"/>
          </p15:clr>
        </p15:guide>
        <p15:guide id="47" pos="3386" userDrawn="1">
          <p15:clr>
            <a:srgbClr val="F26B43"/>
          </p15:clr>
        </p15:guide>
        <p15:guide id="48" pos="3273" userDrawn="1">
          <p15:clr>
            <a:srgbClr val="F26B43"/>
          </p15:clr>
        </p15:guide>
        <p15:guide id="49" pos="3160" userDrawn="1">
          <p15:clr>
            <a:srgbClr val="F26B43"/>
          </p15:clr>
        </p15:guide>
        <p15:guide id="50" pos="3047" userDrawn="1">
          <p15:clr>
            <a:srgbClr val="F26B43"/>
          </p15:clr>
        </p15:guide>
        <p15:guide id="51" pos="2933" userDrawn="1">
          <p15:clr>
            <a:srgbClr val="F26B43"/>
          </p15:clr>
        </p15:guide>
        <p15:guide id="52" pos="2820" userDrawn="1">
          <p15:clr>
            <a:srgbClr val="F26B43"/>
          </p15:clr>
        </p15:guide>
        <p15:guide id="53" pos="2592" userDrawn="1">
          <p15:clr>
            <a:srgbClr val="F26B43"/>
          </p15:clr>
        </p15:guide>
        <p15:guide id="54" pos="2479" userDrawn="1">
          <p15:clr>
            <a:srgbClr val="F26B43"/>
          </p15:clr>
        </p15:guide>
        <p15:guide id="55" pos="2366" userDrawn="1">
          <p15:clr>
            <a:srgbClr val="F26B43"/>
          </p15:clr>
        </p15:guide>
        <p15:guide id="56" pos="2253" userDrawn="1">
          <p15:clr>
            <a:srgbClr val="F26B43"/>
          </p15:clr>
        </p15:guide>
        <p15:guide id="57" pos="2026" userDrawn="1">
          <p15:clr>
            <a:srgbClr val="F26B43"/>
          </p15:clr>
        </p15:guide>
        <p15:guide id="58" pos="1912" userDrawn="1">
          <p15:clr>
            <a:srgbClr val="F26B43"/>
          </p15:clr>
        </p15:guide>
        <p15:guide id="59" pos="1799" userDrawn="1">
          <p15:clr>
            <a:srgbClr val="F26B43"/>
          </p15:clr>
        </p15:guide>
        <p15:guide id="60" pos="1686" userDrawn="1">
          <p15:clr>
            <a:srgbClr val="F26B43"/>
          </p15:clr>
        </p15:guide>
        <p15:guide id="61" pos="1459" userDrawn="1">
          <p15:clr>
            <a:srgbClr val="F26B43"/>
          </p15:clr>
        </p15:guide>
        <p15:guide id="62" pos="1346" userDrawn="1">
          <p15:clr>
            <a:srgbClr val="F26B43"/>
          </p15:clr>
        </p15:guide>
        <p15:guide id="63" pos="1232" userDrawn="1">
          <p15:clr>
            <a:srgbClr val="F26B43"/>
          </p15:clr>
        </p15:guide>
        <p15:guide id="64" pos="1119" userDrawn="1">
          <p15:clr>
            <a:srgbClr val="F26B43"/>
          </p15:clr>
        </p15:guide>
        <p15:guide id="65" pos="892" userDrawn="1">
          <p15:clr>
            <a:srgbClr val="F26B43"/>
          </p15:clr>
        </p15:guide>
        <p15:guide id="66" pos="779" userDrawn="1">
          <p15:clr>
            <a:srgbClr val="F26B43"/>
          </p15:clr>
        </p15:guide>
        <p15:guide id="67" pos="665" userDrawn="1">
          <p15:clr>
            <a:srgbClr val="F26B43"/>
          </p15:clr>
        </p15:guide>
        <p15:guide id="68" pos="552" userDrawn="1">
          <p15:clr>
            <a:srgbClr val="F26B43"/>
          </p15:clr>
        </p15:guide>
        <p15:guide id="70" pos="3953" userDrawn="1">
          <p15:clr>
            <a:srgbClr val="F26B43"/>
          </p15:clr>
        </p15:guide>
        <p15:guide id="71" pos="4180" userDrawn="1">
          <p15:clr>
            <a:srgbClr val="F26B43"/>
          </p15:clr>
        </p15:guide>
        <p15:guide id="72" pos="4294" userDrawn="1">
          <p15:clr>
            <a:srgbClr val="F26B43"/>
          </p15:clr>
        </p15:guide>
        <p15:guide id="73" pos="4520" userDrawn="1">
          <p15:clr>
            <a:srgbClr val="F26B43"/>
          </p15:clr>
        </p15:guide>
        <p15:guide id="74" pos="4634" userDrawn="1">
          <p15:clr>
            <a:srgbClr val="F26B43"/>
          </p15:clr>
        </p15:guide>
        <p15:guide id="75" pos="4747" userDrawn="1">
          <p15:clr>
            <a:srgbClr val="F26B43"/>
          </p15:clr>
        </p15:guide>
        <p15:guide id="76" pos="4860" userDrawn="1">
          <p15:clr>
            <a:srgbClr val="F26B43"/>
          </p15:clr>
        </p15:guide>
        <p15:guide id="77" pos="5087" userDrawn="1">
          <p15:clr>
            <a:srgbClr val="F26B43"/>
          </p15:clr>
        </p15:guide>
        <p15:guide id="78" pos="5201" userDrawn="1">
          <p15:clr>
            <a:srgbClr val="F26B43"/>
          </p15:clr>
        </p15:guide>
        <p15:guide id="79" pos="5314" userDrawn="1">
          <p15:clr>
            <a:srgbClr val="F26B43"/>
          </p15:clr>
        </p15:guide>
        <p15:guide id="80" pos="5427" userDrawn="1">
          <p15:clr>
            <a:srgbClr val="F26B43"/>
          </p15:clr>
        </p15:guide>
        <p15:guide id="81" pos="5654" userDrawn="1">
          <p15:clr>
            <a:srgbClr val="F26B43"/>
          </p15:clr>
        </p15:guide>
        <p15:guide id="82" pos="5768" userDrawn="1">
          <p15:clr>
            <a:srgbClr val="F26B43"/>
          </p15:clr>
        </p15:guide>
        <p15:guide id="83" pos="5881" userDrawn="1">
          <p15:clr>
            <a:srgbClr val="F26B43"/>
          </p15:clr>
        </p15:guide>
        <p15:guide id="84" pos="5994" userDrawn="1">
          <p15:clr>
            <a:srgbClr val="F26B43"/>
          </p15:clr>
        </p15:guide>
        <p15:guide id="85" pos="6221" userDrawn="1">
          <p15:clr>
            <a:srgbClr val="F26B43"/>
          </p15:clr>
        </p15:guide>
        <p15:guide id="86" pos="6334" userDrawn="1">
          <p15:clr>
            <a:srgbClr val="F26B43"/>
          </p15:clr>
        </p15:guide>
        <p15:guide id="87" pos="6448" userDrawn="1">
          <p15:clr>
            <a:srgbClr val="F26B43"/>
          </p15:clr>
        </p15:guide>
        <p15:guide id="88" pos="6561" userDrawn="1">
          <p15:clr>
            <a:srgbClr val="F26B43"/>
          </p15:clr>
        </p15:guide>
        <p15:guide id="89" pos="6785" userDrawn="1">
          <p15:clr>
            <a:srgbClr val="F26B43"/>
          </p15:clr>
        </p15:guide>
        <p15:guide id="90" pos="6901" userDrawn="1">
          <p15:clr>
            <a:srgbClr val="F26B43"/>
          </p15:clr>
        </p15:guide>
        <p15:guide id="91" pos="7015" userDrawn="1">
          <p15:clr>
            <a:srgbClr val="F26B43"/>
          </p15:clr>
        </p15:guide>
        <p15:guide id="92" pos="7128" userDrawn="1">
          <p15:clr>
            <a:srgbClr val="F26B43"/>
          </p15:clr>
        </p15:guide>
        <p15:guide id="93" orient="horz" pos="459" userDrawn="1">
          <p15:clr>
            <a:srgbClr val="F26B43"/>
          </p15:clr>
        </p15:guide>
        <p15:guide id="94" orient="horz" pos="573" userDrawn="1">
          <p15:clr>
            <a:srgbClr val="F26B43"/>
          </p15:clr>
        </p15:guide>
        <p15:guide id="95" orient="horz" pos="686" userDrawn="1">
          <p15:clr>
            <a:srgbClr val="F26B43"/>
          </p15:clr>
        </p15:guide>
        <p15:guide id="96" orient="horz" pos="799" userDrawn="1">
          <p15:clr>
            <a:srgbClr val="F26B43"/>
          </p15:clr>
        </p15:guide>
        <p15:guide id="97" orient="horz" pos="913" userDrawn="1">
          <p15:clr>
            <a:srgbClr val="F26B43"/>
          </p15:clr>
        </p15:guide>
        <p15:guide id="98" orient="horz" pos="1026" userDrawn="1">
          <p15:clr>
            <a:srgbClr val="F26B43"/>
          </p15:clr>
        </p15:guide>
        <p15:guide id="99" orient="horz" pos="1140" userDrawn="1">
          <p15:clr>
            <a:srgbClr val="F26B43"/>
          </p15:clr>
        </p15:guide>
        <p15:guide id="100" orient="horz" pos="1253" userDrawn="1">
          <p15:clr>
            <a:srgbClr val="F26B43"/>
          </p15:clr>
        </p15:guide>
        <p15:guide id="101" orient="horz" pos="1366" userDrawn="1">
          <p15:clr>
            <a:srgbClr val="F26B43"/>
          </p15:clr>
        </p15:guide>
        <p15:guide id="102" orient="horz" pos="1480" userDrawn="1">
          <p15:clr>
            <a:srgbClr val="F26B43"/>
          </p15:clr>
        </p15:guide>
        <p15:guide id="103" orient="horz" pos="1593" userDrawn="1">
          <p15:clr>
            <a:srgbClr val="F26B43"/>
          </p15:clr>
        </p15:guide>
        <p15:guide id="104" orient="horz" pos="1706" userDrawn="1">
          <p15:clr>
            <a:srgbClr val="F26B43"/>
          </p15:clr>
        </p15:guide>
        <p15:guide id="105" orient="horz" pos="1820" userDrawn="1">
          <p15:clr>
            <a:srgbClr val="F26B43"/>
          </p15:clr>
        </p15:guide>
        <p15:guide id="106" orient="horz" pos="1933" userDrawn="1">
          <p15:clr>
            <a:srgbClr val="F26B43"/>
          </p15:clr>
        </p15:guide>
        <p15:guide id="107" orient="horz" pos="2047" userDrawn="1">
          <p15:clr>
            <a:srgbClr val="F26B43"/>
          </p15:clr>
        </p15:guide>
        <p15:guide id="108" orient="horz" pos="2160" userDrawn="1">
          <p15:clr>
            <a:srgbClr val="F26B43"/>
          </p15:clr>
        </p15:guide>
        <p15:guide id="109" orient="horz" pos="2273" userDrawn="1">
          <p15:clr>
            <a:srgbClr val="F26B43"/>
          </p15:clr>
        </p15:guide>
        <p15:guide id="110" orient="horz" pos="2387" userDrawn="1">
          <p15:clr>
            <a:srgbClr val="F26B43"/>
          </p15:clr>
        </p15:guide>
        <p15:guide id="111" orient="horz" pos="2500" userDrawn="1">
          <p15:clr>
            <a:srgbClr val="F26B43"/>
          </p15:clr>
        </p15:guide>
        <p15:guide id="112" orient="horz" pos="2614" userDrawn="1">
          <p15:clr>
            <a:srgbClr val="F26B43"/>
          </p15:clr>
        </p15:guide>
        <p15:guide id="113" orient="horz" pos="2727" userDrawn="1">
          <p15:clr>
            <a:srgbClr val="F26B43"/>
          </p15:clr>
        </p15:guide>
        <p15:guide id="114" orient="horz" pos="3407" userDrawn="1">
          <p15:clr>
            <a:srgbClr val="F26B43"/>
          </p15:clr>
        </p15:guide>
        <p15:guide id="115" pos="406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E90BF16-7070-4A95-9AEF-55DBC958E75E}"/>
              </a:ext>
            </a:extLst>
          </p:cNvPr>
          <p:cNvSpPr txBox="1">
            <a:spLocks/>
          </p:cNvSpPr>
          <p:nvPr userDrawn="1"/>
        </p:nvSpPr>
        <p:spPr>
          <a:xfrm>
            <a:off x="695325" y="811227"/>
            <a:ext cx="10801350" cy="1145313"/>
          </a:xfrm>
          <a:prstGeom prst="rect">
            <a:avLst/>
          </a:prstGeom>
        </p:spPr>
        <p:txBody>
          <a:bodyPr vert="horz" lIns="0" tIns="252000" rIns="0" bIns="144000" rtlCol="0" anchor="t">
            <a:noAutofit/>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0" i="0" u="none" strike="noStrike" kern="1200" cap="none" spc="0" normalizeH="0" baseline="0" noProof="0">
                <a:ln>
                  <a:noFill/>
                </a:ln>
                <a:solidFill>
                  <a:srgbClr val="243746"/>
                </a:solidFill>
                <a:effectLst/>
                <a:uLnTx/>
                <a:uFillTx/>
                <a:latin typeface="+mj-lt"/>
                <a:ea typeface="+mj-ea"/>
                <a:cs typeface="+mj-cs"/>
              </a:rPr>
              <a:t>Embedded fonts</a:t>
            </a:r>
          </a:p>
        </p:txBody>
      </p:sp>
      <p:sp>
        <p:nvSpPr>
          <p:cNvPr id="9" name="TextBox 8">
            <a:extLst>
              <a:ext uri="{FF2B5EF4-FFF2-40B4-BE49-F238E27FC236}">
                <a16:creationId xmlns:a16="http://schemas.microsoft.com/office/drawing/2014/main" id="{B372C405-F956-4F94-95E2-A22E0C6C22EA}"/>
              </a:ext>
            </a:extLst>
          </p:cNvPr>
          <p:cNvSpPr txBox="1"/>
          <p:nvPr userDrawn="1"/>
        </p:nvSpPr>
        <p:spPr>
          <a:xfrm>
            <a:off x="666964" y="1609946"/>
            <a:ext cx="3444240" cy="2523768"/>
          </a:xfrm>
          <a:prstGeom prst="rect">
            <a:avLst/>
          </a:prstGeom>
          <a:noFill/>
        </p:spPr>
        <p:txBody>
          <a:bodyPr wrap="square" rtlCol="0">
            <a:spAutoFit/>
          </a:bodyPr>
          <a:lstStyle/>
          <a:p>
            <a:r>
              <a:rPr lang="en-GB" sz="1400" u="sng" noProof="0">
                <a:solidFill>
                  <a:srgbClr val="243746"/>
                </a:solidFill>
                <a:latin typeface="Equinor Medium" panose="020B0603050302040203" pitchFamily="34" charset="0"/>
              </a:rPr>
              <a:t>Font faces:</a:t>
            </a:r>
            <a:br>
              <a:rPr lang="en-GB" sz="1400" u="sng" noProof="0">
                <a:solidFill>
                  <a:srgbClr val="243746"/>
                </a:solidFill>
                <a:latin typeface="Equinor Medium" panose="020B0603050302040203" pitchFamily="34" charset="0"/>
              </a:rPr>
            </a:br>
            <a:endParaRPr lang="en-GB" sz="1400" u="sng" noProof="0">
              <a:solidFill>
                <a:srgbClr val="243746"/>
              </a:solidFill>
              <a:latin typeface="Equinor Medium" panose="020B0603050302040203" pitchFamily="34" charset="0"/>
            </a:endParaRPr>
          </a:p>
          <a:p>
            <a:r>
              <a:rPr lang="en-GB" sz="1400" noProof="0">
                <a:solidFill>
                  <a:srgbClr val="243746"/>
                </a:solidFill>
                <a:latin typeface="Equinor Light" panose="020B0303050302040203" pitchFamily="34" charset="0"/>
              </a:rPr>
              <a:t>Equinor Light</a:t>
            </a:r>
          </a:p>
          <a:p>
            <a:r>
              <a:rPr lang="en-GB" sz="1400" i="1" noProof="0">
                <a:solidFill>
                  <a:srgbClr val="243746"/>
                </a:solidFill>
                <a:latin typeface="Equinor Light" panose="020B0303050302040203" pitchFamily="34" charset="0"/>
              </a:rPr>
              <a:t>Equinor Light Italic</a:t>
            </a:r>
          </a:p>
          <a:p>
            <a:r>
              <a:rPr lang="en-GB" sz="1400" noProof="0">
                <a:solidFill>
                  <a:srgbClr val="243746"/>
                </a:solidFill>
                <a:latin typeface="Equinor" panose="020B0503050302040203" pitchFamily="34" charset="0"/>
              </a:rPr>
              <a:t>Equinor</a:t>
            </a:r>
            <a:r>
              <a:rPr lang="en-GB" sz="1400" noProof="0">
                <a:solidFill>
                  <a:srgbClr val="243746"/>
                </a:solidFill>
                <a:latin typeface="Equinor Medium" panose="020B0603050302040203" pitchFamily="34" charset="0"/>
              </a:rPr>
              <a:t> </a:t>
            </a:r>
          </a:p>
          <a:p>
            <a:r>
              <a:rPr lang="en-GB" sz="1400" i="1" noProof="0">
                <a:solidFill>
                  <a:srgbClr val="243746"/>
                </a:solidFill>
                <a:latin typeface="Equinor" panose="020B0503050302040203" pitchFamily="34" charset="0"/>
              </a:rPr>
              <a:t>Equinor Italic</a:t>
            </a:r>
          </a:p>
          <a:p>
            <a:r>
              <a:rPr lang="en-GB" sz="1400" noProof="0">
                <a:solidFill>
                  <a:srgbClr val="243746"/>
                </a:solidFill>
                <a:latin typeface="Equinor Medium" panose="020B0603050302040203" pitchFamily="34" charset="0"/>
              </a:rPr>
              <a:t>Equinor Medium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i="1" noProof="0">
                <a:solidFill>
                  <a:srgbClr val="243746"/>
                </a:solidFill>
                <a:latin typeface="Equinor Medium" panose="020B0603050302040203" pitchFamily="34" charset="0"/>
              </a:rPr>
              <a:t>Equinor Medium Italic</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noProof="0">
                <a:solidFill>
                  <a:srgbClr val="243746"/>
                </a:solidFill>
                <a:latin typeface="Equinor" panose="020B0503050302040203" pitchFamily="34" charset="0"/>
              </a:rPr>
              <a:t>Equinor Bold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i="1" noProof="0">
                <a:solidFill>
                  <a:srgbClr val="243746"/>
                </a:solidFill>
                <a:latin typeface="Equinor" panose="020B0503050302040203" pitchFamily="34" charset="0"/>
              </a:rPr>
              <a:t>Equinor Bold Italic</a:t>
            </a:r>
          </a:p>
          <a:p>
            <a:endParaRPr lang="en-GB" noProof="0">
              <a:solidFill>
                <a:srgbClr val="243746"/>
              </a:solidFill>
              <a:latin typeface="Equinor Medium" panose="020B0603050302040203" pitchFamily="34" charset="0"/>
            </a:endParaRPr>
          </a:p>
        </p:txBody>
      </p:sp>
    </p:spTree>
    <p:extLst>
      <p:ext uri="{BB962C8B-B14F-4D97-AF65-F5344CB8AC3E}">
        <p14:creationId xmlns:p14="http://schemas.microsoft.com/office/powerpoint/2010/main" val="3758912119"/>
      </p:ext>
    </p:extLst>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maap@equinor.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3" Type="http://schemas.openxmlformats.org/officeDocument/2006/relationships/hyperlink" Target="https://community.opengroup.org/osdu/data/data-definitions/-/blob/0ca69394bdb812046e3b4b6f935d210f2d085149/E-R/master-data/BusinessDecision.1.0.0.md" TargetMode="External"/><Relationship Id="rId2" Type="http://schemas.openxmlformats.org/officeDocument/2006/relationships/notesSlide" Target="../notesSlides/notesSlide4.xml"/><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2.xml"/><Relationship Id="rId4" Type="http://schemas.openxmlformats.org/officeDocument/2006/relationships/hyperlink" Target="https://community.opengroup.org/osdu/data/data-definitions/-/blob/master/E-R/master-data/Risk.1.2.0.md?ref_type=heads"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8D5647-12E4-6387-3A68-5BAA2D98215E}"/>
              </a:ext>
            </a:extLst>
          </p:cNvPr>
          <p:cNvSpPr>
            <a:spLocks noGrp="1"/>
          </p:cNvSpPr>
          <p:nvPr>
            <p:ph type="ctrTitle"/>
          </p:nvPr>
        </p:nvSpPr>
        <p:spPr>
          <a:xfrm>
            <a:off x="695324" y="728664"/>
            <a:ext cx="7305676" cy="3600336"/>
          </a:xfrm>
        </p:spPr>
        <p:txBody>
          <a:bodyPr/>
          <a:lstStyle/>
          <a:p>
            <a:br>
              <a:rPr lang="en-US">
                <a:cs typeface="Biome"/>
              </a:rPr>
            </a:br>
            <a:r>
              <a:rPr lang="en-US">
                <a:cs typeface="Biome"/>
              </a:rPr>
              <a:t>Handling in OSDU </a:t>
            </a:r>
            <a:br>
              <a:rPr lang="en-US">
                <a:cs typeface="Biome"/>
              </a:rPr>
            </a:br>
            <a:r>
              <a:rPr lang="en-US">
                <a:cs typeface="Biome"/>
              </a:rPr>
              <a:t>Subsurface workflow Activity, Risk and </a:t>
            </a:r>
            <a:br>
              <a:rPr lang="en-US">
                <a:cs typeface="Biome"/>
              </a:rPr>
            </a:br>
            <a:r>
              <a:rPr lang="en-US" err="1">
                <a:cs typeface="Biome"/>
              </a:rPr>
              <a:t>BusinessDecision</a:t>
            </a:r>
            <a:r>
              <a:rPr lang="en-US">
                <a:cs typeface="Biome"/>
              </a:rPr>
              <a:t> records</a:t>
            </a:r>
            <a:br>
              <a:rPr lang="en-US">
                <a:cs typeface="Biome"/>
              </a:rPr>
            </a:br>
            <a:br>
              <a:rPr lang="en-US">
                <a:cs typeface="Biome"/>
              </a:rPr>
            </a:br>
            <a:br>
              <a:rPr lang="en-US">
                <a:cs typeface="Biome"/>
              </a:rPr>
            </a:br>
            <a:r>
              <a:rPr lang="en-US" sz="2000">
                <a:cs typeface="Biome"/>
              </a:rPr>
              <a:t>Proof of Concept</a:t>
            </a:r>
            <a:br>
              <a:rPr lang="en-US" sz="2000">
                <a:cs typeface="Biome"/>
              </a:rPr>
            </a:br>
            <a:r>
              <a:rPr lang="en-US" sz="2000">
                <a:cs typeface="Biome"/>
              </a:rPr>
              <a:t>Demo </a:t>
            </a:r>
            <a:r>
              <a:rPr lang="en-US" sz="2000" err="1">
                <a:cs typeface="Biome"/>
              </a:rPr>
              <a:t>Drogon</a:t>
            </a:r>
            <a:r>
              <a:rPr lang="en-US" sz="2000">
                <a:cs typeface="Biome"/>
              </a:rPr>
              <a:t> DG1</a:t>
            </a:r>
            <a:endParaRPr lang="nb-NO">
              <a:latin typeface="Equinor Light" panose="020B0303050302040203" pitchFamily="34" charset="0"/>
            </a:endParaRPr>
          </a:p>
        </p:txBody>
      </p:sp>
      <p:sp>
        <p:nvSpPr>
          <p:cNvPr id="5" name="Subtitle 4">
            <a:extLst>
              <a:ext uri="{FF2B5EF4-FFF2-40B4-BE49-F238E27FC236}">
                <a16:creationId xmlns:a16="http://schemas.microsoft.com/office/drawing/2014/main" id="{F91E13C9-00D8-1458-0DA2-D233875A5EFE}"/>
              </a:ext>
            </a:extLst>
          </p:cNvPr>
          <p:cNvSpPr>
            <a:spLocks noGrp="1"/>
          </p:cNvSpPr>
          <p:nvPr>
            <p:ph type="subTitle" idx="1"/>
          </p:nvPr>
        </p:nvSpPr>
        <p:spPr/>
        <p:txBody>
          <a:bodyPr/>
          <a:lstStyle/>
          <a:p>
            <a:r>
              <a:rPr lang="nb-NO">
                <a:hlinkClick r:id="rId3"/>
              </a:rPr>
              <a:t>maap@equinor.com</a:t>
            </a:r>
            <a:r>
              <a:rPr lang="nb-NO"/>
              <a:t>, </a:t>
            </a:r>
          </a:p>
        </p:txBody>
      </p:sp>
    </p:spTree>
    <p:extLst>
      <p:ext uri="{BB962C8B-B14F-4D97-AF65-F5344CB8AC3E}">
        <p14:creationId xmlns:p14="http://schemas.microsoft.com/office/powerpoint/2010/main" val="1093913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3A4F5-0B73-24B5-2E4F-A2941BAC95E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4070120-5292-B035-448C-8EF4A3AB9B61}"/>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7675414D-4DE8-AC06-4B5B-A31F109EDF6A}"/>
              </a:ext>
            </a:extLst>
          </p:cNvPr>
          <p:cNvSpPr>
            <a:spLocks noGrp="1"/>
          </p:cNvSpPr>
          <p:nvPr>
            <p:ph type="sldNum" sz="quarter" idx="12"/>
          </p:nvPr>
        </p:nvSpPr>
        <p:spPr/>
        <p:txBody>
          <a:bodyPr/>
          <a:lstStyle/>
          <a:p>
            <a:fld id="{AEAA3239-9EA4-4A65-A281-97F994456D9F}" type="slidenum">
              <a:rPr lang="en-US" smtClean="0"/>
              <a:t>2</a:t>
            </a:fld>
            <a:endParaRPr lang="en-US"/>
          </a:p>
        </p:txBody>
      </p:sp>
    </p:spTree>
    <p:extLst>
      <p:ext uri="{BB962C8B-B14F-4D97-AF65-F5344CB8AC3E}">
        <p14:creationId xmlns:p14="http://schemas.microsoft.com/office/powerpoint/2010/main" val="30187054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2D1C0-5E85-E619-6E06-AF961650FFC8}"/>
              </a:ext>
            </a:extLst>
          </p:cNvPr>
          <p:cNvSpPr>
            <a:spLocks noGrp="1"/>
          </p:cNvSpPr>
          <p:nvPr>
            <p:ph type="title"/>
          </p:nvPr>
        </p:nvSpPr>
        <p:spPr>
          <a:xfrm>
            <a:off x="457200" y="490128"/>
            <a:ext cx="11277599" cy="914400"/>
          </a:xfrm>
        </p:spPr>
        <p:txBody>
          <a:bodyPr anchor="t">
            <a:normAutofit/>
          </a:bodyPr>
          <a:lstStyle/>
          <a:p>
            <a:r>
              <a:rPr lang="en-US"/>
              <a:t>Why OSDU for DG1–DG4 Decision Traceability</a:t>
            </a:r>
          </a:p>
        </p:txBody>
      </p:sp>
      <p:sp>
        <p:nvSpPr>
          <p:cNvPr id="4" name="Content Placeholder 3">
            <a:extLst>
              <a:ext uri="{FF2B5EF4-FFF2-40B4-BE49-F238E27FC236}">
                <a16:creationId xmlns:a16="http://schemas.microsoft.com/office/drawing/2014/main" id="{228CD1D5-2928-46EF-E2F8-4909F51E3DA8}"/>
              </a:ext>
            </a:extLst>
          </p:cNvPr>
          <p:cNvSpPr>
            <a:spLocks noGrp="1"/>
          </p:cNvSpPr>
          <p:nvPr>
            <p:ph idx="1"/>
          </p:nvPr>
        </p:nvSpPr>
        <p:spPr>
          <a:xfrm>
            <a:off x="457201" y="1329148"/>
            <a:ext cx="10526251" cy="5071652"/>
          </a:xfrm>
        </p:spPr>
        <p:txBody>
          <a:bodyPr vert="horz" lIns="91440" tIns="45720" rIns="91440" bIns="45720" rtlCol="0" anchor="t">
            <a:normAutofit lnSpcReduction="10000"/>
          </a:bodyPr>
          <a:lstStyle/>
          <a:p>
            <a:pPr marL="0" indent="0" fontAlgn="ctr">
              <a:buNone/>
            </a:pPr>
            <a:r>
              <a:rPr lang="en-US" sz="1200" b="1"/>
              <a:t>Performance Tracking</a:t>
            </a:r>
            <a:endParaRPr lang="en-US" sz="1200"/>
          </a:p>
          <a:p>
            <a:pPr>
              <a:lnSpc>
                <a:spcPct val="120000"/>
              </a:lnSpc>
            </a:pPr>
            <a:r>
              <a:rPr lang="en-US" sz="1200"/>
              <a:t>Pre-DG1 volumes/inputs stored in </a:t>
            </a:r>
            <a:r>
              <a:rPr lang="en-US" sz="1200" err="1"/>
              <a:t>GeoX</a:t>
            </a:r>
            <a:r>
              <a:rPr lang="en-US" sz="1200"/>
              <a:t> </a:t>
            </a:r>
            <a:r>
              <a:rPr lang="en-US" sz="1200">
                <a:sym typeface="Wingdings" panose="05000000000000000000" pitchFamily="2" charset="2"/>
              </a:rPr>
              <a:t></a:t>
            </a:r>
            <a:endParaRPr lang="en-US" sz="1200"/>
          </a:p>
          <a:p>
            <a:pPr>
              <a:lnSpc>
                <a:spcPct val="120000"/>
              </a:lnSpc>
            </a:pPr>
            <a:r>
              <a:rPr lang="en-US" sz="1200"/>
              <a:t>Post-DG1 issue: No standardized, searchable archive between DG leads to data silos, loss of links, no query, no analysis.</a:t>
            </a:r>
          </a:p>
          <a:p>
            <a:pPr fontAlgn="ctr"/>
            <a:r>
              <a:rPr lang="en-US" sz="1200"/>
              <a:t>Goal: Be able to  compare volumetric estimates across DG1–DG4 and attribute changes to input parameters. Facilitate performance tracking and maturation analysis. </a:t>
            </a:r>
            <a:r>
              <a:rPr lang="en-US" sz="1200" i="1"/>
              <a:t>What</a:t>
            </a:r>
            <a:r>
              <a:rPr lang="en-US" sz="1200"/>
              <a:t> changed between DG? </a:t>
            </a:r>
          </a:p>
          <a:p>
            <a:pPr fontAlgn="ctr"/>
            <a:r>
              <a:rPr lang="en-US" sz="1200"/>
              <a:t>How? Lossless, formalized input &amp; output records (incl. references) for each DG through OSDU. </a:t>
            </a:r>
          </a:p>
          <a:p>
            <a:pPr fontAlgn="ctr"/>
            <a:endParaRPr lang="en-US" sz="1200" b="1"/>
          </a:p>
          <a:p>
            <a:pPr marL="0" indent="0" fontAlgn="ctr">
              <a:buNone/>
            </a:pPr>
            <a:r>
              <a:rPr lang="en-US" sz="1200" b="1"/>
              <a:t>Uncertainty Calibration</a:t>
            </a:r>
            <a:endParaRPr lang="en-US" sz="1200"/>
          </a:p>
          <a:p>
            <a:pPr fontAlgn="ctr"/>
            <a:r>
              <a:rPr lang="en-US" sz="1200"/>
              <a:t>Use outputs to discover data relationships; refine input distributions for improved future field development decisions.  Requires storage of uncertainty </a:t>
            </a:r>
            <a:r>
              <a:rPr lang="en-US" sz="1200" err="1"/>
              <a:t>dist</a:t>
            </a:r>
            <a:r>
              <a:rPr lang="en-US" sz="1200"/>
              <a:t>/parameters with BD.</a:t>
            </a:r>
          </a:p>
          <a:p>
            <a:pPr fontAlgn="ctr"/>
            <a:r>
              <a:rPr lang="en-US" sz="1200" i="1"/>
              <a:t>Why</a:t>
            </a:r>
            <a:r>
              <a:rPr lang="en-US" sz="1200"/>
              <a:t> changes between DG?</a:t>
            </a:r>
          </a:p>
          <a:p>
            <a:pPr marL="0" indent="0" fontAlgn="ctr">
              <a:buNone/>
            </a:pPr>
            <a:endParaRPr lang="en-US" sz="1200" b="1"/>
          </a:p>
          <a:p>
            <a:pPr marL="0" indent="0" fontAlgn="ctr">
              <a:buNone/>
            </a:pPr>
            <a:r>
              <a:rPr lang="en-US" sz="1200" b="1"/>
              <a:t>Risk Governance</a:t>
            </a:r>
            <a:endParaRPr lang="en-US" sz="1200"/>
          </a:p>
          <a:p>
            <a:pPr fontAlgn="ctr"/>
            <a:r>
              <a:rPr lang="en-US" sz="1200"/>
              <a:t>Link risks and mitigations to decisions for audit readiness. </a:t>
            </a:r>
          </a:p>
          <a:p>
            <a:pPr marL="0" indent="0" fontAlgn="ctr">
              <a:buNone/>
            </a:pPr>
            <a:endParaRPr lang="en-US" sz="1200" b="1"/>
          </a:p>
          <a:p>
            <a:pPr marL="0" indent="0" fontAlgn="ctr">
              <a:buNone/>
            </a:pPr>
            <a:r>
              <a:rPr lang="en-US" sz="1200" b="1"/>
              <a:t>System of Record </a:t>
            </a:r>
            <a:endParaRPr lang="en-US" sz="1200"/>
          </a:p>
          <a:p>
            <a:pPr fontAlgn="ctr"/>
            <a:r>
              <a:rPr lang="en-US" sz="1200"/>
              <a:t>Package volume tables, design matrices, assurance documents under </a:t>
            </a:r>
            <a:r>
              <a:rPr lang="en-US" sz="1200" err="1"/>
              <a:t>BusinessDecision</a:t>
            </a:r>
            <a:r>
              <a:rPr lang="en-US" sz="1200"/>
              <a:t>. Reference to decision data (e.g. Reservoir DDMS </a:t>
            </a:r>
            <a:r>
              <a:rPr lang="en-US" sz="1200" err="1"/>
              <a:t>DataSpace</a:t>
            </a:r>
            <a:r>
              <a:rPr lang="en-US" sz="1200"/>
              <a:t> with FMU input/output, </a:t>
            </a:r>
            <a:r>
              <a:rPr lang="en-US" sz="1200" err="1"/>
              <a:t>PersistedCollection</a:t>
            </a:r>
            <a:r>
              <a:rPr lang="en-US" sz="1200"/>
              <a:t> with interpretation data = DSG </a:t>
            </a:r>
            <a:r>
              <a:rPr lang="en-US" sz="1200" err="1"/>
              <a:t>iset</a:t>
            </a:r>
            <a:r>
              <a:rPr lang="en-US" sz="1200"/>
              <a:t>, …)</a:t>
            </a:r>
          </a:p>
          <a:p>
            <a:pPr fontAlgn="ctr"/>
            <a:r>
              <a:rPr lang="en-US" sz="1200"/>
              <a:t>Allow for rich queries and AI analysis. </a:t>
            </a:r>
          </a:p>
          <a:p>
            <a:pPr fontAlgn="ctr"/>
            <a:r>
              <a:rPr lang="en-US" sz="1200"/>
              <a:t>Future: generate reports from </a:t>
            </a:r>
            <a:r>
              <a:rPr lang="en-US" sz="1200" err="1"/>
              <a:t>BusinessDecision</a:t>
            </a:r>
            <a:r>
              <a:rPr lang="en-US" sz="1200"/>
              <a:t> metadata and data such as volumes, profiles, maps</a:t>
            </a:r>
          </a:p>
          <a:p>
            <a:pPr marL="179705" indent="-179705"/>
            <a:endParaRPr lang="en-US" sz="1200"/>
          </a:p>
        </p:txBody>
      </p:sp>
    </p:spTree>
    <p:extLst>
      <p:ext uri="{BB962C8B-B14F-4D97-AF65-F5344CB8AC3E}">
        <p14:creationId xmlns:p14="http://schemas.microsoft.com/office/powerpoint/2010/main" val="303917044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6C11E-23C0-208B-7F2F-A59B76B4B3C8}"/>
              </a:ext>
            </a:extLst>
          </p:cNvPr>
          <p:cNvSpPr>
            <a:spLocks noGrp="1"/>
          </p:cNvSpPr>
          <p:nvPr>
            <p:ph type="title"/>
          </p:nvPr>
        </p:nvSpPr>
        <p:spPr>
          <a:xfrm>
            <a:off x="457200" y="490128"/>
            <a:ext cx="11277599" cy="914400"/>
          </a:xfrm>
        </p:spPr>
        <p:txBody>
          <a:bodyPr anchor="t">
            <a:normAutofit/>
          </a:bodyPr>
          <a:lstStyle/>
          <a:p>
            <a:r>
              <a:rPr lang="en-US"/>
              <a:t>OSDU Uncertainty and volumetric data: building blocks</a:t>
            </a:r>
          </a:p>
        </p:txBody>
      </p:sp>
      <p:sp>
        <p:nvSpPr>
          <p:cNvPr id="4" name="Content Placeholder 3">
            <a:extLst>
              <a:ext uri="{FF2B5EF4-FFF2-40B4-BE49-F238E27FC236}">
                <a16:creationId xmlns:a16="http://schemas.microsoft.com/office/drawing/2014/main" id="{467D4C58-B8E1-1E71-004B-3B729A34CEDC}"/>
              </a:ext>
            </a:extLst>
          </p:cNvPr>
          <p:cNvSpPr>
            <a:spLocks noGrp="1"/>
          </p:cNvSpPr>
          <p:nvPr>
            <p:ph idx="1"/>
          </p:nvPr>
        </p:nvSpPr>
        <p:spPr>
          <a:xfrm>
            <a:off x="457199" y="1212649"/>
            <a:ext cx="11277599" cy="4648200"/>
          </a:xfrm>
        </p:spPr>
        <p:txBody>
          <a:bodyPr vert="horz" lIns="91440" tIns="45720" rIns="91440" bIns="45720" rtlCol="0" anchor="t">
            <a:noAutofit/>
          </a:bodyPr>
          <a:lstStyle/>
          <a:p>
            <a:pPr marL="0" indent="0">
              <a:buNone/>
            </a:pPr>
            <a:r>
              <a:rPr lang="en-US" sz="1200" b="1"/>
              <a:t>Master‑data</a:t>
            </a:r>
            <a:r>
              <a:rPr lang="en-US" sz="1200"/>
              <a:t>, unique valid keys for all DG</a:t>
            </a:r>
          </a:p>
          <a:p>
            <a:r>
              <a:rPr lang="en-US" sz="1200"/>
              <a:t>master-data—Reservoir: reservoir entity of interest.</a:t>
            </a:r>
          </a:p>
          <a:p>
            <a:r>
              <a:rPr lang="en-US" sz="1200"/>
              <a:t>master-data--</a:t>
            </a:r>
            <a:r>
              <a:rPr lang="en-US" sz="1200" err="1"/>
              <a:t>ReservoirSegment</a:t>
            </a:r>
            <a:r>
              <a:rPr lang="en-US" sz="1200"/>
              <a:t> — segments under the reservoir (compartments like fault block, zone, fluid region)</a:t>
            </a:r>
            <a:br>
              <a:rPr lang="en-US" sz="1200"/>
            </a:br>
            <a:r>
              <a:rPr lang="en-US" sz="1200"/>
              <a:t>(WPC are linked by </a:t>
            </a:r>
            <a:r>
              <a:rPr lang="en-US" sz="1200" err="1"/>
              <a:t>ParentObjectID</a:t>
            </a:r>
            <a:r>
              <a:rPr lang="en-US" sz="1200"/>
              <a:t> to Field/Reservoir/</a:t>
            </a:r>
            <a:r>
              <a:rPr lang="en-US" sz="1200" err="1"/>
              <a:t>ReservoirSegment</a:t>
            </a:r>
            <a:r>
              <a:rPr lang="en-US" sz="1200"/>
              <a:t>)</a:t>
            </a:r>
          </a:p>
          <a:p>
            <a:endParaRPr lang="en-US" sz="1200"/>
          </a:p>
          <a:p>
            <a:pPr marL="0" indent="0">
              <a:buNone/>
            </a:pPr>
            <a:r>
              <a:rPr lang="en-US" sz="1200" b="1"/>
              <a:t>Reference‑data, </a:t>
            </a:r>
            <a:r>
              <a:rPr lang="en-US" sz="1200"/>
              <a:t>examples for canonical types</a:t>
            </a:r>
            <a:r>
              <a:rPr lang="en-US" sz="1200" b="1"/>
              <a:t>:</a:t>
            </a:r>
          </a:p>
          <a:p>
            <a:r>
              <a:rPr lang="en-US" sz="1200" b="1"/>
              <a:t>Units</a:t>
            </a:r>
            <a:r>
              <a:rPr lang="en-US" sz="1200"/>
              <a:t>: reference-data--</a:t>
            </a:r>
            <a:r>
              <a:rPr lang="en-US" sz="1200" err="1"/>
              <a:t>UnitOfMeasure</a:t>
            </a:r>
            <a:r>
              <a:rPr lang="en-US" sz="1200"/>
              <a:t> (e.g., m3, Mm3).</a:t>
            </a:r>
          </a:p>
          <a:p>
            <a:r>
              <a:rPr lang="en-US" sz="1200" b="1"/>
              <a:t>Statistics facets</a:t>
            </a:r>
            <a:r>
              <a:rPr lang="en-US" sz="1200"/>
              <a:t>: reference-data--</a:t>
            </a:r>
            <a:r>
              <a:rPr lang="en-US" sz="1200" err="1"/>
              <a:t>FacetType:statistics</a:t>
            </a:r>
            <a:r>
              <a:rPr lang="en-US" sz="1200"/>
              <a:t>, reference-data--</a:t>
            </a:r>
            <a:r>
              <a:rPr lang="en-US" sz="1200" err="1"/>
              <a:t>FacetRole</a:t>
            </a:r>
            <a:r>
              <a:rPr lang="en-US" sz="1200"/>
              <a:t>: {P10,P50,P90,ArithmeticMean,Minimum,Maximum,StandardDeviation}.</a:t>
            </a:r>
          </a:p>
          <a:p>
            <a:r>
              <a:rPr lang="en-US" sz="1200" b="1"/>
              <a:t>Canonical volume property types</a:t>
            </a:r>
            <a:r>
              <a:rPr lang="en-US" sz="1200"/>
              <a:t>: reference-data--</a:t>
            </a:r>
            <a:r>
              <a:rPr lang="en-US" sz="1200" err="1"/>
              <a:t>ReservoirEstimatedVolumePropertyType</a:t>
            </a:r>
            <a:r>
              <a:rPr lang="en-US" sz="1200"/>
              <a:t>: {</a:t>
            </a:r>
            <a:r>
              <a:rPr lang="en-US" sz="1200" err="1"/>
              <a:t>Bulk,Net,Pore,HydrocarbonPore,Oil,AssociatedGas</a:t>
            </a:r>
            <a:r>
              <a:rPr lang="en-US" sz="1200"/>
              <a:t>}.</a:t>
            </a:r>
          </a:p>
          <a:p>
            <a:endParaRPr lang="en-US" sz="1200"/>
          </a:p>
          <a:p>
            <a:pPr marL="0" indent="0">
              <a:buNone/>
            </a:pPr>
            <a:r>
              <a:rPr lang="en-US" sz="1200" b="1"/>
              <a:t>Work Product Components (WPC</a:t>
            </a:r>
            <a:r>
              <a:rPr lang="en-US" sz="1200"/>
              <a:t>), derived objects per DG  </a:t>
            </a:r>
          </a:p>
          <a:p>
            <a:r>
              <a:rPr lang="en-US" sz="1200" b="1"/>
              <a:t>Design Matrix, Time series etc.:</a:t>
            </a:r>
            <a:r>
              <a:rPr lang="en-US" sz="1200"/>
              <a:t>  work-product-component—</a:t>
            </a:r>
            <a:r>
              <a:rPr lang="en-US" sz="1200" err="1"/>
              <a:t>ColumnBasedTable</a:t>
            </a:r>
            <a:r>
              <a:rPr lang="en-US" sz="1200"/>
              <a:t> (generic object in OSDU).</a:t>
            </a:r>
          </a:p>
          <a:p>
            <a:r>
              <a:rPr lang="en-US" sz="1200" b="1"/>
              <a:t>Spatial data:</a:t>
            </a:r>
            <a:r>
              <a:rPr lang="en-US" sz="1200"/>
              <a:t> grids, properties, as WPCs (e.g., </a:t>
            </a:r>
            <a:r>
              <a:rPr lang="en-US" sz="1200" err="1"/>
              <a:t>GenericRepresentation</a:t>
            </a:r>
            <a:r>
              <a:rPr lang="en-US" sz="1200"/>
              <a:t>: STOIIP 2d grid map).</a:t>
            </a:r>
          </a:p>
          <a:p>
            <a:r>
              <a:rPr lang="en-US" sz="1200" b="1"/>
              <a:t>Output volumes:</a:t>
            </a:r>
            <a:r>
              <a:rPr lang="en-US" sz="1200"/>
              <a:t> work-product-component--</a:t>
            </a:r>
            <a:r>
              <a:rPr lang="en-US" sz="1200" err="1"/>
              <a:t>ReservoirEstimatedVolumes</a:t>
            </a:r>
            <a:r>
              <a:rPr lang="en-US" sz="1200"/>
              <a:t>, raw per‑realization and aggregated statistics</a:t>
            </a:r>
          </a:p>
          <a:p>
            <a:r>
              <a:rPr lang="en-US" sz="1200" b="1"/>
              <a:t>Activity: </a:t>
            </a:r>
            <a:r>
              <a:rPr lang="en-US" sz="1200"/>
              <a:t>Use Parameters[] with </a:t>
            </a:r>
            <a:r>
              <a:rPr lang="en-US" sz="1200" err="1"/>
              <a:t>ParameterRole</a:t>
            </a:r>
            <a:r>
              <a:rPr lang="en-US" sz="1200"/>
              <a:t> {input, output, context} to record run inputs/outputs and workflow context, semantics. </a:t>
            </a:r>
          </a:p>
          <a:p>
            <a:pPr marL="0" indent="0">
              <a:buNone/>
            </a:pPr>
            <a:endParaRPr lang="en-US" sz="1200" b="1"/>
          </a:p>
          <a:p>
            <a:pPr marL="0" indent="0">
              <a:buNone/>
            </a:pPr>
            <a:r>
              <a:rPr lang="en-US" sz="1200" b="1"/>
              <a:t>Collections for DG input/output/scenarios/cases</a:t>
            </a:r>
          </a:p>
          <a:p>
            <a:r>
              <a:rPr lang="en-US" sz="1200" b="1" err="1"/>
              <a:t>WorkProduct</a:t>
            </a:r>
            <a:r>
              <a:rPr lang="en-US" sz="1200" b="1"/>
              <a:t>:</a:t>
            </a:r>
            <a:r>
              <a:rPr lang="en-US" sz="1200"/>
              <a:t> covering versioned package: yearly revisions, PUD, DG … (design/input, Activities, outputs).</a:t>
            </a:r>
          </a:p>
          <a:p>
            <a:r>
              <a:rPr lang="en-US" sz="1200" b="1" err="1"/>
              <a:t>CollaborationProjectCollection</a:t>
            </a:r>
            <a:r>
              <a:rPr lang="en-US" sz="1200" b="1"/>
              <a:t>:</a:t>
            </a:r>
            <a:r>
              <a:rPr lang="en-US" sz="1200"/>
              <a:t> curated working set while iterating.</a:t>
            </a:r>
          </a:p>
          <a:p>
            <a:endParaRPr lang="en-US" sz="1200"/>
          </a:p>
          <a:p>
            <a:endParaRPr lang="en-US" sz="1100"/>
          </a:p>
        </p:txBody>
      </p:sp>
    </p:spTree>
    <p:extLst>
      <p:ext uri="{BB962C8B-B14F-4D97-AF65-F5344CB8AC3E}">
        <p14:creationId xmlns:p14="http://schemas.microsoft.com/office/powerpoint/2010/main" val="130896994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2AF04-BC8C-8CD3-96A0-54EA0EEA2CD8}"/>
              </a:ext>
            </a:extLst>
          </p:cNvPr>
          <p:cNvSpPr>
            <a:spLocks noGrp="1"/>
          </p:cNvSpPr>
          <p:nvPr>
            <p:ph type="title"/>
          </p:nvPr>
        </p:nvSpPr>
        <p:spPr>
          <a:xfrm>
            <a:off x="457200" y="490128"/>
            <a:ext cx="11277599" cy="914400"/>
          </a:xfrm>
        </p:spPr>
        <p:txBody>
          <a:bodyPr anchor="t">
            <a:normAutofit/>
          </a:bodyPr>
          <a:lstStyle/>
          <a:p>
            <a:r>
              <a:rPr lang="en-US" err="1"/>
              <a:t>BusinessDecision</a:t>
            </a:r>
            <a:endParaRPr lang="en-US"/>
          </a:p>
        </p:txBody>
      </p:sp>
      <p:sp>
        <p:nvSpPr>
          <p:cNvPr id="4" name="Content Placeholder 3">
            <a:extLst>
              <a:ext uri="{FF2B5EF4-FFF2-40B4-BE49-F238E27FC236}">
                <a16:creationId xmlns:a16="http://schemas.microsoft.com/office/drawing/2014/main" id="{B5365CCF-3E0B-4D47-D224-7E636BEC879D}"/>
              </a:ext>
            </a:extLst>
          </p:cNvPr>
          <p:cNvSpPr txBox="1">
            <a:spLocks/>
          </p:cNvSpPr>
          <p:nvPr/>
        </p:nvSpPr>
        <p:spPr>
          <a:xfrm>
            <a:off x="610876" y="1803646"/>
            <a:ext cx="10705726" cy="3975847"/>
          </a:xfrm>
          <a:prstGeom prst="rect">
            <a:avLst/>
          </a:prstGeom>
        </p:spPr>
        <p:txBody>
          <a:bodyPr vert="horz" lIns="91440" tIns="45720" rIns="91440" bIns="45720" rtlCol="0" anchor="t">
            <a:noAutofit/>
          </a:bodyPr>
          <a:lstStyle>
            <a:lvl1pPr marL="180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400" b="0" kern="1200" spc="0" baseline="0">
                <a:solidFill>
                  <a:srgbClr val="243746"/>
                </a:solidFill>
                <a:latin typeface="+mn-lt"/>
                <a:ea typeface="Verdana" panose="020B0604030504040204" pitchFamily="34" charset="0"/>
                <a:cs typeface="Verdana" panose="020B0604030504040204" pitchFamily="34" charset="0"/>
              </a:defRPr>
            </a:lvl1pPr>
            <a:lvl2pPr marL="612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400" kern="1200" spc="0" baseline="0">
                <a:solidFill>
                  <a:srgbClr val="243746"/>
                </a:solidFill>
                <a:latin typeface="+mn-lt"/>
                <a:ea typeface="Verdana" panose="020B0604030504040204" pitchFamily="34" charset="0"/>
                <a:cs typeface="Verdana" panose="020B0604030504040204" pitchFamily="34" charset="0"/>
              </a:defRPr>
            </a:lvl2pPr>
            <a:lvl3pPr marL="1044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400" kern="1200" spc="0" baseline="0">
                <a:solidFill>
                  <a:srgbClr val="243746"/>
                </a:solidFill>
                <a:latin typeface="+mn-lt"/>
                <a:ea typeface="Verdana" panose="020B0604030504040204" pitchFamily="34" charset="0"/>
                <a:cs typeface="Verdana" panose="020B0604030504040204" pitchFamily="34" charset="0"/>
              </a:defRPr>
            </a:lvl3pPr>
            <a:lvl4pPr marL="1476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400" kern="1200" spc="0" baseline="0">
                <a:solidFill>
                  <a:srgbClr val="243746"/>
                </a:solidFill>
                <a:latin typeface="+mn-lt"/>
                <a:ea typeface="Verdana" panose="020B0604030504040204" pitchFamily="34" charset="0"/>
                <a:cs typeface="Verdana" panose="020B0604030504040204" pitchFamily="34" charset="0"/>
              </a:defRPr>
            </a:lvl4pPr>
            <a:lvl5pPr marL="1908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400" kern="1200" spc="0" baseline="0">
                <a:solidFill>
                  <a:srgbClr val="243746"/>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US" b="1">
                <a:ea typeface="Verdana"/>
              </a:rPr>
              <a:t>OSDU Schema </a:t>
            </a:r>
            <a:r>
              <a:rPr lang="en-US">
                <a:ea typeface="+mn-lt"/>
                <a:cs typeface="+mn-lt"/>
                <a:hlinkClick r:id="rId3"/>
              </a:rPr>
              <a:t>E-R/master-data/BusinessDecision.1.0.0.md</a:t>
            </a:r>
            <a:endParaRPr lang="en-US">
              <a:ea typeface="Verdana"/>
            </a:endParaRPr>
          </a:p>
          <a:p>
            <a:pPr marL="285750" indent="-285750"/>
            <a:r>
              <a:rPr lang="en-US">
                <a:ea typeface="Verdana"/>
              </a:rPr>
              <a:t>Applicable to field development decisions</a:t>
            </a:r>
          </a:p>
          <a:p>
            <a:pPr marL="285750" indent="-285750"/>
            <a:r>
              <a:rPr lang="en-US">
                <a:ea typeface="Verdana"/>
              </a:rPr>
              <a:t>Rich in metadata and references to decision foundation, e.g.:</a:t>
            </a:r>
          </a:p>
          <a:p>
            <a:pPr marL="285750" indent="-285750"/>
            <a:endParaRPr lang="en-US">
              <a:ea typeface="Verdana"/>
            </a:endParaRPr>
          </a:p>
          <a:p>
            <a:pPr marL="285750" indent="-285750"/>
            <a:endParaRPr lang="en-US">
              <a:ea typeface="Verdana"/>
            </a:endParaRPr>
          </a:p>
          <a:p>
            <a:pPr marL="285750" indent="-285750"/>
            <a:endParaRPr lang="en-US">
              <a:ea typeface="Verdana"/>
            </a:endParaRPr>
          </a:p>
          <a:p>
            <a:pPr marL="285750" indent="-285750"/>
            <a:endParaRPr lang="en-US">
              <a:ea typeface="Verdana"/>
            </a:endParaRPr>
          </a:p>
          <a:p>
            <a:pPr marL="285750" indent="-285750"/>
            <a:endParaRPr lang="en-US">
              <a:ea typeface="Verdana"/>
            </a:endParaRPr>
          </a:p>
          <a:p>
            <a:pPr marL="285750" indent="-285750"/>
            <a:endParaRPr lang="en-US">
              <a:ea typeface="Verdana"/>
            </a:endParaRPr>
          </a:p>
          <a:p>
            <a:pPr marL="285750" indent="-285750"/>
            <a:endParaRPr lang="en-US">
              <a:ea typeface="Verdana"/>
            </a:endParaRPr>
          </a:p>
          <a:p>
            <a:pPr marL="285750" indent="-285750"/>
            <a:r>
              <a:rPr lang="en-US">
                <a:ea typeface="Verdana"/>
              </a:rPr>
              <a:t>Via these, we can access e.g.: </a:t>
            </a:r>
          </a:p>
          <a:p>
            <a:pPr marL="285750" indent="-285750"/>
            <a:endParaRPr lang="en-US">
              <a:ea typeface="Verdana"/>
            </a:endParaRPr>
          </a:p>
          <a:p>
            <a:pPr marL="0" indent="0">
              <a:buNone/>
            </a:pPr>
            <a:endParaRPr lang="en-US">
              <a:ea typeface="Verdana"/>
            </a:endParaRPr>
          </a:p>
          <a:p>
            <a:pPr marL="0" indent="0">
              <a:buNone/>
            </a:pPr>
            <a:endParaRPr lang="en-US">
              <a:ea typeface="Verdana"/>
            </a:endParaRPr>
          </a:p>
        </p:txBody>
      </p:sp>
      <p:graphicFrame>
        <p:nvGraphicFramePr>
          <p:cNvPr id="6" name="Table 5">
            <a:extLst>
              <a:ext uri="{FF2B5EF4-FFF2-40B4-BE49-F238E27FC236}">
                <a16:creationId xmlns:a16="http://schemas.microsoft.com/office/drawing/2014/main" id="{6BF5610A-A546-2A03-DE0A-F27AC84D97A6}"/>
              </a:ext>
            </a:extLst>
          </p:cNvPr>
          <p:cNvGraphicFramePr>
            <a:graphicFrameLocks noGrp="1"/>
          </p:cNvGraphicFramePr>
          <p:nvPr/>
        </p:nvGraphicFramePr>
        <p:xfrm>
          <a:off x="1553671" y="2752417"/>
          <a:ext cx="9459589" cy="1828800"/>
        </p:xfrm>
        <a:graphic>
          <a:graphicData uri="http://schemas.openxmlformats.org/drawingml/2006/table">
            <a:tbl>
              <a:tblPr bandRow="1">
                <a:tableStyleId>{7DF18680-E054-41AD-8BC1-D1AEF772440D}</a:tableStyleId>
              </a:tblPr>
              <a:tblGrid>
                <a:gridCol w="2747930">
                  <a:extLst>
                    <a:ext uri="{9D8B030D-6E8A-4147-A177-3AD203B41FA5}">
                      <a16:colId xmlns:a16="http://schemas.microsoft.com/office/drawing/2014/main" val="2454480342"/>
                    </a:ext>
                  </a:extLst>
                </a:gridCol>
                <a:gridCol w="6711659">
                  <a:extLst>
                    <a:ext uri="{9D8B030D-6E8A-4147-A177-3AD203B41FA5}">
                      <a16:colId xmlns:a16="http://schemas.microsoft.com/office/drawing/2014/main" val="2303102780"/>
                    </a:ext>
                  </a:extLst>
                </a:gridCol>
              </a:tblGrid>
              <a:tr h="303489">
                <a:tc>
                  <a:txBody>
                    <a:bodyPr/>
                    <a:lstStyle/>
                    <a:p>
                      <a:pPr>
                        <a:buNone/>
                      </a:pPr>
                      <a:r>
                        <a:rPr lang="en-US" sz="1200" b="1" cap="none" spc="0">
                          <a:solidFill>
                            <a:schemeClr val="tx1"/>
                          </a:solidFill>
                        </a:rPr>
                        <a:t>DecisionLevelID</a:t>
                      </a:r>
                    </a:p>
                  </a:txBody>
                  <a:tcPr marT="91440" marB="91440" anchor="ctr"/>
                </a:tc>
                <a:tc>
                  <a:txBody>
                    <a:bodyPr/>
                    <a:lstStyle/>
                    <a:p>
                      <a:pPr>
                        <a:buNone/>
                      </a:pPr>
                      <a:r>
                        <a:rPr lang="en-US" sz="1200" cap="none" spc="0">
                          <a:solidFill>
                            <a:schemeClr val="tx1"/>
                          </a:solidFill>
                        </a:rPr>
                        <a:t>Reference to DG level (DG1 … DG4)</a:t>
                      </a:r>
                    </a:p>
                  </a:txBody>
                  <a:tcPr marT="91440" marB="91440" anchor="ctr"/>
                </a:tc>
                <a:extLst>
                  <a:ext uri="{0D108BD9-81ED-4DB2-BD59-A6C34878D82A}">
                    <a16:rowId xmlns:a16="http://schemas.microsoft.com/office/drawing/2014/main" val="1652682991"/>
                  </a:ext>
                </a:extLst>
              </a:tr>
              <a:tr h="294811">
                <a:tc>
                  <a:txBody>
                    <a:bodyPr/>
                    <a:lstStyle/>
                    <a:p>
                      <a:pPr>
                        <a:buNone/>
                      </a:pPr>
                      <a:r>
                        <a:rPr lang="en-US" sz="1200" b="1" cap="none" spc="0">
                          <a:solidFill>
                            <a:schemeClr val="tx1"/>
                          </a:solidFill>
                        </a:rPr>
                        <a:t>ApprovalStatusID</a:t>
                      </a:r>
                    </a:p>
                  </a:txBody>
                  <a:tcPr marT="91440" marB="91440" anchor="ctr"/>
                </a:tc>
                <a:tc>
                  <a:txBody>
                    <a:bodyPr/>
                    <a:lstStyle/>
                    <a:p>
                      <a:pPr>
                        <a:buNone/>
                      </a:pPr>
                      <a:r>
                        <a:rPr lang="en-US" sz="1200" cap="none" spc="0">
                          <a:solidFill>
                            <a:schemeClr val="tx1"/>
                          </a:solidFill>
                        </a:rPr>
                        <a:t>Approved, ApprovedWithChanges, Rejected</a:t>
                      </a:r>
                    </a:p>
                  </a:txBody>
                  <a:tcPr marT="91440" marB="91440" anchor="ctr"/>
                </a:tc>
                <a:extLst>
                  <a:ext uri="{0D108BD9-81ED-4DB2-BD59-A6C34878D82A}">
                    <a16:rowId xmlns:a16="http://schemas.microsoft.com/office/drawing/2014/main" val="1552849640"/>
                  </a:ext>
                </a:extLst>
              </a:tr>
              <a:tr h="303489">
                <a:tc>
                  <a:txBody>
                    <a:bodyPr/>
                    <a:lstStyle/>
                    <a:p>
                      <a:pPr>
                        <a:buNone/>
                      </a:pPr>
                      <a:r>
                        <a:rPr lang="en-US" sz="1200" b="1" cap="none" spc="0">
                          <a:solidFill>
                            <a:schemeClr val="tx1"/>
                          </a:solidFill>
                        </a:rPr>
                        <a:t>RiskIDs</a:t>
                      </a:r>
                      <a:endParaRPr lang="en-US" sz="1200" b="1" cap="none" spc="0" err="1">
                        <a:solidFill>
                          <a:schemeClr val="tx1"/>
                        </a:solidFill>
                      </a:endParaRPr>
                    </a:p>
                  </a:txBody>
                  <a:tcPr marT="91440" marB="914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cap="none" spc="0">
                          <a:solidFill>
                            <a:schemeClr val="tx1"/>
                          </a:solidFill>
                        </a:rPr>
                        <a:t>List of linked, types Risk records</a:t>
                      </a:r>
                      <a:endParaRPr lang="en-US" sz="1200" b="0" kern="1200">
                        <a:solidFill>
                          <a:schemeClr val="dk1"/>
                        </a:solidFill>
                        <a:effectLst/>
                        <a:latin typeface="+mn-lt"/>
                        <a:ea typeface="+mn-ea"/>
                        <a:cs typeface="+mn-cs"/>
                      </a:endParaRPr>
                    </a:p>
                  </a:txBody>
                  <a:tcPr marT="91440" marB="91440" anchor="ctr"/>
                </a:tc>
                <a:extLst>
                  <a:ext uri="{0D108BD9-81ED-4DB2-BD59-A6C34878D82A}">
                    <a16:rowId xmlns:a16="http://schemas.microsoft.com/office/drawing/2014/main" val="3955696"/>
                  </a:ext>
                </a:extLst>
              </a:tr>
              <a:tr h="303489">
                <a:tc>
                  <a:txBody>
                    <a:bodyPr/>
                    <a:lstStyle/>
                    <a:p>
                      <a:pPr>
                        <a:buNone/>
                      </a:pPr>
                      <a:r>
                        <a:rPr lang="en-US" sz="1200" b="1" cap="none" spc="0">
                          <a:solidFill>
                            <a:schemeClr val="tx1"/>
                          </a:solidFill>
                        </a:rPr>
                        <a:t>PriorActivityIDs</a:t>
                      </a:r>
                      <a:endParaRPr lang="en-US" sz="1200" b="1" cap="none" spc="0" err="1">
                        <a:solidFill>
                          <a:schemeClr val="tx1"/>
                        </a:solidFill>
                      </a:endParaRPr>
                    </a:p>
                  </a:txBody>
                  <a:tcPr marT="91440" marB="91440" anchor="ctr"/>
                </a:tc>
                <a:tc>
                  <a:txBody>
                    <a:bodyPr/>
                    <a:lstStyle/>
                    <a:p>
                      <a:pPr>
                        <a:buNone/>
                      </a:pPr>
                      <a:r>
                        <a:rPr lang="en-US" sz="1200" cap="none" spc="0">
                          <a:solidFill>
                            <a:schemeClr val="tx1"/>
                          </a:solidFill>
                        </a:rPr>
                        <a:t>Reference to workflow/CVP artefacts (e.g., volume stats)</a:t>
                      </a:r>
                    </a:p>
                  </a:txBody>
                  <a:tcPr marT="91440" marB="91440" anchor="ctr"/>
                </a:tc>
                <a:extLst>
                  <a:ext uri="{0D108BD9-81ED-4DB2-BD59-A6C34878D82A}">
                    <a16:rowId xmlns:a16="http://schemas.microsoft.com/office/drawing/2014/main" val="927026252"/>
                  </a:ext>
                </a:extLst>
              </a:tr>
              <a:tr h="303489">
                <a:tc>
                  <a:txBody>
                    <a:bodyPr/>
                    <a:lstStyle/>
                    <a:p>
                      <a:pPr>
                        <a:buNone/>
                      </a:pPr>
                      <a:r>
                        <a:rPr lang="en-US" sz="1200" b="1" cap="none" spc="0">
                          <a:solidFill>
                            <a:schemeClr val="tx1"/>
                          </a:solidFill>
                        </a:rPr>
                        <a:t>Parameters[]</a:t>
                      </a:r>
                    </a:p>
                  </a:txBody>
                  <a:tcPr marT="91440" marB="91440" anchor="ctr"/>
                </a:tc>
                <a:tc>
                  <a:txBody>
                    <a:bodyPr/>
                    <a:lstStyle/>
                    <a:p>
                      <a:pPr>
                        <a:buNone/>
                      </a:pPr>
                      <a:r>
                        <a:rPr lang="en-US" sz="1200" cap="none" spc="0">
                          <a:solidFill>
                            <a:schemeClr val="tx1"/>
                          </a:solidFill>
                        </a:rPr>
                        <a:t>Detailed provenance of inputs, and context</a:t>
                      </a:r>
                    </a:p>
                  </a:txBody>
                  <a:tcPr marT="91440" marB="91440" anchor="ctr"/>
                </a:tc>
                <a:extLst>
                  <a:ext uri="{0D108BD9-81ED-4DB2-BD59-A6C34878D82A}">
                    <a16:rowId xmlns:a16="http://schemas.microsoft.com/office/drawing/2014/main" val="325957728"/>
                  </a:ext>
                </a:extLst>
              </a:tr>
            </a:tbl>
          </a:graphicData>
        </a:graphic>
      </p:graphicFrame>
      <p:graphicFrame>
        <p:nvGraphicFramePr>
          <p:cNvPr id="9" name="Table 8">
            <a:extLst>
              <a:ext uri="{FF2B5EF4-FFF2-40B4-BE49-F238E27FC236}">
                <a16:creationId xmlns:a16="http://schemas.microsoft.com/office/drawing/2014/main" id="{A68CFDA3-0DDC-7466-C3F0-D022D78C74B0}"/>
              </a:ext>
            </a:extLst>
          </p:cNvPr>
          <p:cNvGraphicFramePr>
            <a:graphicFrameLocks noGrp="1"/>
          </p:cNvGraphicFramePr>
          <p:nvPr/>
        </p:nvGraphicFramePr>
        <p:xfrm>
          <a:off x="1553671" y="4987011"/>
          <a:ext cx="8876962" cy="1463040"/>
        </p:xfrm>
        <a:graphic>
          <a:graphicData uri="http://schemas.openxmlformats.org/drawingml/2006/table">
            <a:tbl>
              <a:tblPr bandRow="1">
                <a:tableStyleId>{7DF18680-E054-41AD-8BC1-D1AEF772440D}</a:tableStyleId>
              </a:tblPr>
              <a:tblGrid>
                <a:gridCol w="2578682">
                  <a:extLst>
                    <a:ext uri="{9D8B030D-6E8A-4147-A177-3AD203B41FA5}">
                      <a16:colId xmlns:a16="http://schemas.microsoft.com/office/drawing/2014/main" val="2221236988"/>
                    </a:ext>
                  </a:extLst>
                </a:gridCol>
                <a:gridCol w="6298280">
                  <a:extLst>
                    <a:ext uri="{9D8B030D-6E8A-4147-A177-3AD203B41FA5}">
                      <a16:colId xmlns:a16="http://schemas.microsoft.com/office/drawing/2014/main" val="181889138"/>
                    </a:ext>
                  </a:extLst>
                </a:gridCol>
              </a:tblGrid>
              <a:tr h="3138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dk1"/>
                          </a:solidFill>
                          <a:effectLst/>
                        </a:rPr>
                        <a:t>ReservoirEstimatedVolumes</a:t>
                      </a:r>
                      <a:endParaRPr lang="en-US" sz="1200" b="1" kern="1200" cap="all" spc="150">
                        <a:solidFill>
                          <a:schemeClr val="tx1"/>
                        </a:solidFill>
                        <a:latin typeface="+mn-lt"/>
                        <a:ea typeface="+mn-ea"/>
                        <a:cs typeface="+mn-cs"/>
                      </a:endParaRPr>
                    </a:p>
                  </a:txBody>
                  <a:tcPr marT="91440" marB="91440" anchor="ctr"/>
                </a:tc>
                <a:tc>
                  <a:txBody>
                    <a:bodyPr/>
                    <a:lstStyle/>
                    <a:p>
                      <a:pPr>
                        <a:buNone/>
                      </a:pPr>
                      <a:r>
                        <a:rPr lang="en-US" sz="1200" cap="none" spc="0">
                          <a:solidFill>
                            <a:schemeClr val="tx1"/>
                          </a:solidFill>
                        </a:rPr>
                        <a:t>Volumetric outputs (raw and aggregated)</a:t>
                      </a:r>
                    </a:p>
                  </a:txBody>
                  <a:tcPr marT="91440" marB="91440" anchor="ctr"/>
                </a:tc>
                <a:extLst>
                  <a:ext uri="{0D108BD9-81ED-4DB2-BD59-A6C34878D82A}">
                    <a16:rowId xmlns:a16="http://schemas.microsoft.com/office/drawing/2014/main" val="1839494480"/>
                  </a:ext>
                </a:extLst>
              </a:tr>
              <a:tr h="3138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dk1"/>
                          </a:solidFill>
                          <a:effectLst/>
                        </a:rPr>
                        <a:t>ColumnBasedTable</a:t>
                      </a:r>
                      <a:endParaRPr lang="en-US" sz="1200" b="0" kern="1200">
                        <a:solidFill>
                          <a:schemeClr val="dk1"/>
                        </a:solidFill>
                        <a:effectLst/>
                        <a:latin typeface="+mn-lt"/>
                        <a:ea typeface="+mn-ea"/>
                        <a:cs typeface="+mn-cs"/>
                      </a:endParaRPr>
                    </a:p>
                  </a:txBody>
                  <a:tcPr marT="91440" marB="91440" anchor="ctr"/>
                </a:tc>
                <a:tc>
                  <a:txBody>
                    <a:bodyPr/>
                    <a:lstStyle/>
                    <a:p>
                      <a:pPr>
                        <a:buNone/>
                      </a:pPr>
                      <a:r>
                        <a:rPr lang="en-US" sz="1200" cap="none" spc="0">
                          <a:solidFill>
                            <a:schemeClr val="tx1"/>
                          </a:solidFill>
                        </a:rPr>
                        <a:t>Input parameters/design matrix, output QA tables </a:t>
                      </a:r>
                    </a:p>
                  </a:txBody>
                  <a:tcPr marT="91440" marB="91440" anchor="ctr"/>
                </a:tc>
                <a:extLst>
                  <a:ext uri="{0D108BD9-81ED-4DB2-BD59-A6C34878D82A}">
                    <a16:rowId xmlns:a16="http://schemas.microsoft.com/office/drawing/2014/main" val="2640472404"/>
                  </a:ext>
                </a:extLst>
              </a:tr>
              <a:tr h="3138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dk1"/>
                          </a:solidFill>
                          <a:effectLst/>
                        </a:rPr>
                        <a:t>Document</a:t>
                      </a:r>
                      <a:endParaRPr lang="en-US" sz="1200" b="0" kern="1200">
                        <a:solidFill>
                          <a:schemeClr val="dk1"/>
                        </a:solidFill>
                        <a:effectLst/>
                        <a:latin typeface="+mn-lt"/>
                        <a:ea typeface="+mn-ea"/>
                        <a:cs typeface="+mn-cs"/>
                      </a:endParaRPr>
                    </a:p>
                  </a:txBody>
                  <a:tcPr marT="91440" marB="91440" anchor="ctr"/>
                </a:tc>
                <a:tc>
                  <a:txBody>
                    <a:bodyPr/>
                    <a:lstStyle/>
                    <a:p>
                      <a:pPr>
                        <a:buNone/>
                      </a:pPr>
                      <a:r>
                        <a:rPr lang="en-US" sz="1200" cap="none" spc="0">
                          <a:solidFill>
                            <a:schemeClr val="tx1"/>
                          </a:solidFill>
                        </a:rPr>
                        <a:t>Model reports, QA reports, risk mitigation plans, …</a:t>
                      </a:r>
                    </a:p>
                  </a:txBody>
                  <a:tcPr marT="91440" marB="91440" anchor="ctr"/>
                </a:tc>
                <a:extLst>
                  <a:ext uri="{0D108BD9-81ED-4DB2-BD59-A6C34878D82A}">
                    <a16:rowId xmlns:a16="http://schemas.microsoft.com/office/drawing/2014/main" val="4251375252"/>
                  </a:ext>
                </a:extLst>
              </a:tr>
              <a:tr h="3138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err="1">
                          <a:solidFill>
                            <a:schemeClr val="dk1"/>
                          </a:solidFill>
                          <a:effectLst/>
                        </a:rPr>
                        <a:t>GeoLabelSet</a:t>
                      </a:r>
                      <a:endParaRPr lang="en-US" sz="1200" b="0" kern="1200">
                        <a:solidFill>
                          <a:schemeClr val="dk1"/>
                        </a:solidFill>
                        <a:effectLst/>
                        <a:latin typeface="+mn-lt"/>
                        <a:ea typeface="+mn-ea"/>
                        <a:cs typeface="+mn-cs"/>
                      </a:endParaRPr>
                    </a:p>
                  </a:txBody>
                  <a:tcPr marT="91440" marB="914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cap="none" spc="0">
                          <a:solidFill>
                            <a:schemeClr val="tx1"/>
                          </a:solidFill>
                        </a:rPr>
                        <a:t>Dashboard-friendly headline values,</a:t>
                      </a:r>
                      <a:r>
                        <a:rPr lang="en-US" sz="1200" b="0" kern="1200">
                          <a:solidFill>
                            <a:schemeClr val="dk1"/>
                          </a:solidFill>
                          <a:effectLst/>
                        </a:rPr>
                        <a:t> fast discovery tied to master data objects</a:t>
                      </a:r>
                      <a:endParaRPr lang="en-US" sz="1200" b="0" kern="1200">
                        <a:solidFill>
                          <a:schemeClr val="dk1"/>
                        </a:solidFill>
                        <a:effectLst/>
                        <a:latin typeface="+mn-lt"/>
                        <a:ea typeface="+mn-ea"/>
                        <a:cs typeface="+mn-cs"/>
                      </a:endParaRPr>
                    </a:p>
                  </a:txBody>
                  <a:tcPr marT="91440" marB="91440" anchor="ctr"/>
                </a:tc>
                <a:extLst>
                  <a:ext uri="{0D108BD9-81ED-4DB2-BD59-A6C34878D82A}">
                    <a16:rowId xmlns:a16="http://schemas.microsoft.com/office/drawing/2014/main" val="617889814"/>
                  </a:ext>
                </a:extLst>
              </a:tr>
            </a:tbl>
          </a:graphicData>
        </a:graphic>
      </p:graphicFrame>
    </p:spTree>
    <p:extLst>
      <p:ext uri="{BB962C8B-B14F-4D97-AF65-F5344CB8AC3E}">
        <p14:creationId xmlns:p14="http://schemas.microsoft.com/office/powerpoint/2010/main" val="237142923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1D801-DB1A-E583-F120-5598603D1F8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75233CC-154B-FFC6-B92C-352B26C6AF02}"/>
              </a:ext>
            </a:extLst>
          </p:cNvPr>
          <p:cNvPicPr>
            <a:picLocks noChangeAspect="1"/>
          </p:cNvPicPr>
          <p:nvPr/>
        </p:nvPicPr>
        <p:blipFill>
          <a:blip r:embed="rId3"/>
          <a:stretch>
            <a:fillRect/>
          </a:stretch>
        </p:blipFill>
        <p:spPr>
          <a:xfrm>
            <a:off x="-1" y="609600"/>
            <a:ext cx="11882699" cy="5970741"/>
          </a:xfrm>
          <a:prstGeom prst="rect">
            <a:avLst/>
          </a:prstGeom>
        </p:spPr>
      </p:pic>
    </p:spTree>
    <p:extLst>
      <p:ext uri="{BB962C8B-B14F-4D97-AF65-F5344CB8AC3E}">
        <p14:creationId xmlns:p14="http://schemas.microsoft.com/office/powerpoint/2010/main" val="37708006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27C44-EC72-E1E3-5BB2-845AECC4E5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FE3688-61EE-B24F-837E-C3869ACD3AFB}"/>
              </a:ext>
            </a:extLst>
          </p:cNvPr>
          <p:cNvSpPr>
            <a:spLocks noGrp="1"/>
          </p:cNvSpPr>
          <p:nvPr>
            <p:ph type="title"/>
          </p:nvPr>
        </p:nvSpPr>
        <p:spPr/>
        <p:txBody>
          <a:bodyPr/>
          <a:lstStyle/>
          <a:p>
            <a:r>
              <a:rPr lang="en-US" err="1"/>
              <a:t>ReservoirEstimatedVolume</a:t>
            </a:r>
            <a:r>
              <a:rPr lang="en-US"/>
              <a:t> table for aggregate ensemble volumes</a:t>
            </a:r>
          </a:p>
        </p:txBody>
      </p:sp>
      <p:sp>
        <p:nvSpPr>
          <p:cNvPr id="4" name="Slide Number Placeholder 3">
            <a:extLst>
              <a:ext uri="{FF2B5EF4-FFF2-40B4-BE49-F238E27FC236}">
                <a16:creationId xmlns:a16="http://schemas.microsoft.com/office/drawing/2014/main" id="{D8FF1351-DDF4-02FF-FDC7-5B73CF2C962B}"/>
              </a:ext>
            </a:extLst>
          </p:cNvPr>
          <p:cNvSpPr>
            <a:spLocks noGrp="1"/>
          </p:cNvSpPr>
          <p:nvPr>
            <p:ph type="sldNum" sz="quarter" idx="12"/>
          </p:nvPr>
        </p:nvSpPr>
        <p:spPr/>
        <p:txBody>
          <a:bodyPr/>
          <a:lstStyle/>
          <a:p>
            <a:fld id="{AEAA3239-9EA4-4A65-A281-97F994456D9F}" type="slidenum">
              <a:rPr lang="en-US" smtClean="0"/>
              <a:t>7</a:t>
            </a:fld>
            <a:endParaRPr lang="en-US"/>
          </a:p>
        </p:txBody>
      </p:sp>
      <p:sp>
        <p:nvSpPr>
          <p:cNvPr id="5" name="Content Placeholder 4">
            <a:extLst>
              <a:ext uri="{FF2B5EF4-FFF2-40B4-BE49-F238E27FC236}">
                <a16:creationId xmlns:a16="http://schemas.microsoft.com/office/drawing/2014/main" id="{5EA7937B-795F-D4E6-EBAE-75404D9BA45F}"/>
              </a:ext>
            </a:extLst>
          </p:cNvPr>
          <p:cNvSpPr>
            <a:spLocks noGrp="1"/>
          </p:cNvSpPr>
          <p:nvPr>
            <p:ph idx="1"/>
          </p:nvPr>
        </p:nvSpPr>
        <p:spPr>
          <a:xfrm>
            <a:off x="457200" y="1143000"/>
            <a:ext cx="11277599" cy="4996272"/>
          </a:xfrm>
        </p:spPr>
        <p:txBody>
          <a:bodyPr/>
          <a:lstStyle/>
          <a:p>
            <a:r>
              <a:rPr lang="en-US" b="1"/>
              <a:t>Raw or Aggregate Volume tables</a:t>
            </a:r>
            <a:r>
              <a:rPr lang="en-US"/>
              <a:t>, assigned to </a:t>
            </a:r>
            <a:r>
              <a:rPr lang="en-US" i="1" err="1"/>
              <a:t>MasterData</a:t>
            </a:r>
            <a:r>
              <a:rPr lang="en-US"/>
              <a:t> objects. </a:t>
            </a:r>
          </a:p>
          <a:p>
            <a:r>
              <a:rPr lang="en-US" b="1" err="1"/>
              <a:t>KeyColumns</a:t>
            </a:r>
            <a:r>
              <a:rPr lang="en-US"/>
              <a:t>: </a:t>
            </a:r>
            <a:r>
              <a:rPr lang="en-US" err="1"/>
              <a:t>Realisation</a:t>
            </a:r>
            <a:r>
              <a:rPr lang="en-US"/>
              <a:t>, Zone, </a:t>
            </a:r>
            <a:r>
              <a:rPr lang="en-US" err="1"/>
              <a:t>SegmentID</a:t>
            </a:r>
            <a:r>
              <a:rPr lang="en-US"/>
              <a:t> - this ties each row to a segment, Facies</a:t>
            </a:r>
          </a:p>
          <a:p>
            <a:r>
              <a:rPr lang="en-US"/>
              <a:t>Uses OSDU </a:t>
            </a:r>
            <a:r>
              <a:rPr lang="en-US" b="1"/>
              <a:t>canonical</a:t>
            </a:r>
            <a:r>
              <a:rPr lang="en-US"/>
              <a:t> </a:t>
            </a:r>
            <a:r>
              <a:rPr lang="en-US" b="1"/>
              <a:t>reference</a:t>
            </a:r>
            <a:r>
              <a:rPr lang="en-US"/>
              <a:t> units, property types , statistical facets. Open governance: extensible – used to add to OSDU custom properties or statistical measures</a:t>
            </a:r>
          </a:p>
          <a:p>
            <a:r>
              <a:rPr lang="en-US"/>
              <a:t>Could be linked to input ensemble design matrix: as </a:t>
            </a:r>
            <a:r>
              <a:rPr lang="en-US" i="1" err="1"/>
              <a:t>ColumnBasedTable</a:t>
            </a:r>
            <a:r>
              <a:rPr lang="en-US"/>
              <a:t> per Realization. Use </a:t>
            </a:r>
            <a:r>
              <a:rPr lang="en-US" i="1"/>
              <a:t>Activity</a:t>
            </a:r>
            <a:r>
              <a:rPr lang="en-US"/>
              <a:t> to record processing</a:t>
            </a:r>
          </a:p>
        </p:txBody>
      </p:sp>
    </p:spTree>
    <p:extLst>
      <p:ext uri="{BB962C8B-B14F-4D97-AF65-F5344CB8AC3E}">
        <p14:creationId xmlns:p14="http://schemas.microsoft.com/office/powerpoint/2010/main" val="3680961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A41D3-EE60-C62E-483E-DDF76612D41B}"/>
              </a:ext>
            </a:extLst>
          </p:cNvPr>
          <p:cNvSpPr>
            <a:spLocks noGrp="1"/>
          </p:cNvSpPr>
          <p:nvPr>
            <p:ph type="title"/>
          </p:nvPr>
        </p:nvSpPr>
        <p:spPr/>
        <p:txBody>
          <a:bodyPr/>
          <a:lstStyle/>
          <a:p>
            <a:r>
              <a:rPr lang="en-US" err="1"/>
              <a:t>ReservoirEstimatedVolume</a:t>
            </a:r>
            <a:r>
              <a:rPr lang="en-US"/>
              <a:t> table – Relationship to </a:t>
            </a:r>
            <a:r>
              <a:rPr lang="en-US" err="1"/>
              <a:t>MasterData</a:t>
            </a:r>
            <a:r>
              <a:rPr lang="en-US"/>
              <a:t> </a:t>
            </a:r>
          </a:p>
        </p:txBody>
      </p:sp>
      <p:pic>
        <p:nvPicPr>
          <p:cNvPr id="6" name="Content Placeholder 5">
            <a:extLst>
              <a:ext uri="{FF2B5EF4-FFF2-40B4-BE49-F238E27FC236}">
                <a16:creationId xmlns:a16="http://schemas.microsoft.com/office/drawing/2014/main" id="{44A88FFA-3675-120A-D86D-59F4CB8B3049}"/>
              </a:ext>
            </a:extLst>
          </p:cNvPr>
          <p:cNvPicPr>
            <a:picLocks noGrp="1" noChangeAspect="1"/>
          </p:cNvPicPr>
          <p:nvPr>
            <p:ph idx="1"/>
          </p:nvPr>
        </p:nvPicPr>
        <p:blipFill>
          <a:blip r:embed="rId2"/>
          <a:stretch>
            <a:fillRect/>
          </a:stretch>
        </p:blipFill>
        <p:spPr>
          <a:xfrm>
            <a:off x="108064" y="1447800"/>
            <a:ext cx="11051380" cy="4953000"/>
          </a:xfrm>
          <a:prstGeom prst="rect">
            <a:avLst/>
          </a:prstGeom>
        </p:spPr>
      </p:pic>
      <p:sp>
        <p:nvSpPr>
          <p:cNvPr id="4" name="Slide Number Placeholder 3">
            <a:extLst>
              <a:ext uri="{FF2B5EF4-FFF2-40B4-BE49-F238E27FC236}">
                <a16:creationId xmlns:a16="http://schemas.microsoft.com/office/drawing/2014/main" id="{A215C2DC-5A6E-D687-2D4B-71114268ADF4}"/>
              </a:ext>
            </a:extLst>
          </p:cNvPr>
          <p:cNvSpPr>
            <a:spLocks noGrp="1"/>
          </p:cNvSpPr>
          <p:nvPr>
            <p:ph type="sldNum" sz="quarter" idx="12"/>
          </p:nvPr>
        </p:nvSpPr>
        <p:spPr/>
        <p:txBody>
          <a:bodyPr/>
          <a:lstStyle/>
          <a:p>
            <a:fld id="{AEAA3239-9EA4-4A65-A281-97F994456D9F}" type="slidenum">
              <a:rPr lang="en-US" smtClean="0"/>
              <a:t>8</a:t>
            </a:fld>
            <a:endParaRPr lang="en-US"/>
          </a:p>
        </p:txBody>
      </p:sp>
    </p:spTree>
    <p:extLst>
      <p:ext uri="{BB962C8B-B14F-4D97-AF65-F5344CB8AC3E}">
        <p14:creationId xmlns:p14="http://schemas.microsoft.com/office/powerpoint/2010/main" val="2652204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6046-26FC-106F-314D-C5B86DCFF14F}"/>
              </a:ext>
            </a:extLst>
          </p:cNvPr>
          <p:cNvSpPr>
            <a:spLocks noGrp="1"/>
          </p:cNvSpPr>
          <p:nvPr>
            <p:ph type="title"/>
          </p:nvPr>
        </p:nvSpPr>
        <p:spPr>
          <a:xfrm>
            <a:off x="457200" y="490128"/>
            <a:ext cx="11277599" cy="914400"/>
          </a:xfrm>
        </p:spPr>
        <p:txBody>
          <a:bodyPr anchor="t">
            <a:normAutofit/>
          </a:bodyPr>
          <a:lstStyle/>
          <a:p>
            <a:r>
              <a:rPr lang="en-US"/>
              <a:t>Risk Records using OSDU schema and Equinor canonical types</a:t>
            </a:r>
          </a:p>
        </p:txBody>
      </p:sp>
      <p:graphicFrame>
        <p:nvGraphicFramePr>
          <p:cNvPr id="5" name="Content Placeholder 4">
            <a:extLst>
              <a:ext uri="{FF2B5EF4-FFF2-40B4-BE49-F238E27FC236}">
                <a16:creationId xmlns:a16="http://schemas.microsoft.com/office/drawing/2014/main" id="{F739A218-F86F-43D3-95B1-2CBDB4DB3F35}"/>
              </a:ext>
            </a:extLst>
          </p:cNvPr>
          <p:cNvGraphicFramePr>
            <a:graphicFrameLocks noGrp="1"/>
          </p:cNvGraphicFramePr>
          <p:nvPr>
            <p:ph idx="1"/>
          </p:nvPr>
        </p:nvGraphicFramePr>
        <p:xfrm>
          <a:off x="1238885" y="2665323"/>
          <a:ext cx="8742680" cy="1097280"/>
        </p:xfrm>
        <a:graphic>
          <a:graphicData uri="http://schemas.openxmlformats.org/drawingml/2006/table">
            <a:tbl>
              <a:tblPr bandRow="1">
                <a:tableStyleId>{35758FB7-9AC5-4552-8A53-C91805E547FA}</a:tableStyleId>
              </a:tblPr>
              <a:tblGrid>
                <a:gridCol w="2746228">
                  <a:extLst>
                    <a:ext uri="{9D8B030D-6E8A-4147-A177-3AD203B41FA5}">
                      <a16:colId xmlns:a16="http://schemas.microsoft.com/office/drawing/2014/main" val="1251701376"/>
                    </a:ext>
                  </a:extLst>
                </a:gridCol>
                <a:gridCol w="5996452">
                  <a:extLst>
                    <a:ext uri="{9D8B030D-6E8A-4147-A177-3AD203B41FA5}">
                      <a16:colId xmlns:a16="http://schemas.microsoft.com/office/drawing/2014/main" val="1482997489"/>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dk1"/>
                          </a:solidFill>
                          <a:effectLst/>
                        </a:rPr>
                        <a:t>RiskCategoryID</a:t>
                      </a:r>
                      <a:endParaRPr lang="en-US" sz="1200" b="1" kern="1200">
                        <a:solidFill>
                          <a:schemeClr val="dk1"/>
                        </a:solidFill>
                        <a:effectLst/>
                        <a:latin typeface="+mn-lt"/>
                        <a:ea typeface="+mn-ea"/>
                        <a:cs typeface="+mn-cs"/>
                      </a:endParaRPr>
                    </a:p>
                  </a:txBody>
                  <a:tcPr marT="91440" marB="914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dk1"/>
                          </a:solidFill>
                          <a:effectLst/>
                        </a:rPr>
                        <a:t>Classifies risk domain (e.g., Subsurface-Static)</a:t>
                      </a:r>
                      <a:endParaRPr lang="en-US" sz="1200" b="1" kern="1200">
                        <a:solidFill>
                          <a:schemeClr val="dk1"/>
                        </a:solidFill>
                        <a:effectLst/>
                        <a:latin typeface="+mn-lt"/>
                        <a:ea typeface="+mn-ea"/>
                        <a:cs typeface="+mn-cs"/>
                      </a:endParaRPr>
                    </a:p>
                  </a:txBody>
                  <a:tcPr marT="91440" marB="91440" anchor="ctr"/>
                </a:tc>
                <a:extLst>
                  <a:ext uri="{0D108BD9-81ED-4DB2-BD59-A6C34878D82A}">
                    <a16:rowId xmlns:a16="http://schemas.microsoft.com/office/drawing/2014/main" val="63154457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dk1"/>
                          </a:solidFill>
                          <a:effectLst/>
                        </a:rPr>
                        <a:t>SeverityScaleID</a:t>
                      </a:r>
                      <a:endParaRPr lang="en-US" sz="1200" b="1" kern="1200" err="1">
                        <a:solidFill>
                          <a:schemeClr val="dk1"/>
                        </a:solidFill>
                        <a:effectLst/>
                        <a:latin typeface="+mn-lt"/>
                        <a:ea typeface="+mn-ea"/>
                        <a:cs typeface="+mn-cs"/>
                      </a:endParaRPr>
                    </a:p>
                  </a:txBody>
                  <a:tcPr marT="91440" marB="914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dk1"/>
                          </a:solidFill>
                          <a:effectLst/>
                        </a:rPr>
                        <a:t>Links to severity scale reference-data</a:t>
                      </a:r>
                      <a:endParaRPr lang="en-US" sz="1200" b="1" kern="1200">
                        <a:solidFill>
                          <a:schemeClr val="dk1"/>
                        </a:solidFill>
                        <a:effectLst/>
                        <a:latin typeface="+mn-lt"/>
                        <a:ea typeface="+mn-ea"/>
                        <a:cs typeface="+mn-cs"/>
                      </a:endParaRPr>
                    </a:p>
                  </a:txBody>
                  <a:tcPr marT="91440" marB="91440" anchor="ctr"/>
                </a:tc>
                <a:extLst>
                  <a:ext uri="{0D108BD9-81ED-4DB2-BD59-A6C34878D82A}">
                    <a16:rowId xmlns:a16="http://schemas.microsoft.com/office/drawing/2014/main" val="49468148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dk1"/>
                          </a:solidFill>
                          <a:effectLst/>
                        </a:rPr>
                        <a:t>MitigationActionIDs</a:t>
                      </a:r>
                      <a:endParaRPr lang="en-US" sz="1200" b="1" kern="1200" err="1">
                        <a:solidFill>
                          <a:schemeClr val="dk1"/>
                        </a:solidFill>
                        <a:effectLst/>
                        <a:latin typeface="+mn-lt"/>
                        <a:ea typeface="+mn-ea"/>
                        <a:cs typeface="+mn-cs"/>
                      </a:endParaRPr>
                    </a:p>
                  </a:txBody>
                  <a:tcPr marT="91440" marB="914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dk1"/>
                          </a:solidFill>
                          <a:effectLst/>
                        </a:rPr>
                        <a:t>References Document WPCs for mitigation</a:t>
                      </a:r>
                      <a:endParaRPr lang="en-US" sz="1200" b="1" kern="1200">
                        <a:solidFill>
                          <a:schemeClr val="dk1"/>
                        </a:solidFill>
                        <a:effectLst/>
                        <a:latin typeface="+mn-lt"/>
                        <a:ea typeface="+mn-ea"/>
                        <a:cs typeface="+mn-cs"/>
                      </a:endParaRPr>
                    </a:p>
                  </a:txBody>
                  <a:tcPr marT="91440" marB="91440" anchor="ctr"/>
                </a:tc>
                <a:extLst>
                  <a:ext uri="{0D108BD9-81ED-4DB2-BD59-A6C34878D82A}">
                    <a16:rowId xmlns:a16="http://schemas.microsoft.com/office/drawing/2014/main" val="3004205081"/>
                  </a:ext>
                </a:extLst>
              </a:tr>
            </a:tbl>
          </a:graphicData>
        </a:graphic>
      </p:graphicFrame>
      <p:pic>
        <p:nvPicPr>
          <p:cNvPr id="4" name="Picture 3">
            <a:extLst>
              <a:ext uri="{FF2B5EF4-FFF2-40B4-BE49-F238E27FC236}">
                <a16:creationId xmlns:a16="http://schemas.microsoft.com/office/drawing/2014/main" id="{763142DD-AF11-6A5E-C57B-1A9C288D1252}"/>
              </a:ext>
            </a:extLst>
          </p:cNvPr>
          <p:cNvPicPr>
            <a:picLocks noChangeAspect="1"/>
          </p:cNvPicPr>
          <p:nvPr/>
        </p:nvPicPr>
        <p:blipFill>
          <a:blip r:embed="rId3"/>
          <a:stretch>
            <a:fillRect/>
          </a:stretch>
        </p:blipFill>
        <p:spPr>
          <a:xfrm>
            <a:off x="1238885" y="4133778"/>
            <a:ext cx="9067800" cy="1962120"/>
          </a:xfrm>
          <a:prstGeom prst="rect">
            <a:avLst/>
          </a:prstGeom>
        </p:spPr>
      </p:pic>
      <p:sp>
        <p:nvSpPr>
          <p:cNvPr id="3" name="TextBox 2">
            <a:extLst>
              <a:ext uri="{FF2B5EF4-FFF2-40B4-BE49-F238E27FC236}">
                <a16:creationId xmlns:a16="http://schemas.microsoft.com/office/drawing/2014/main" id="{27AAD809-50BF-D41C-7CB4-3BB5E345FDF1}"/>
              </a:ext>
            </a:extLst>
          </p:cNvPr>
          <p:cNvSpPr txBox="1"/>
          <p:nvPr/>
        </p:nvSpPr>
        <p:spPr>
          <a:xfrm>
            <a:off x="1152524" y="2120840"/>
            <a:ext cx="5460149" cy="369332"/>
          </a:xfrm>
          <a:prstGeom prst="rect">
            <a:avLst/>
          </a:prstGeom>
          <a:noFill/>
        </p:spPr>
        <p:txBody>
          <a:bodyPr wrap="none" rtlCol="0">
            <a:spAutoFit/>
          </a:bodyPr>
          <a:lstStyle/>
          <a:p>
            <a:pPr marL="285750" indent="-285750">
              <a:buFont typeface="Arial" panose="020B0604020202020204" pitchFamily="34" charset="0"/>
              <a:buChar char="•"/>
            </a:pPr>
            <a:r>
              <a:rPr lang="en-US"/>
              <a:t>OSDU Risk Schema </a:t>
            </a:r>
            <a:r>
              <a:rPr lang="en-US">
                <a:hlinkClick r:id="rId4"/>
              </a:rPr>
              <a:t>E-R/master-data/Risk.1.2.0.md</a:t>
            </a:r>
            <a:endParaRPr lang="en-US"/>
          </a:p>
        </p:txBody>
      </p:sp>
    </p:spTree>
    <p:extLst>
      <p:ext uri="{BB962C8B-B14F-4D97-AF65-F5344CB8AC3E}">
        <p14:creationId xmlns:p14="http://schemas.microsoft.com/office/powerpoint/2010/main" val="166457171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860D663-BD25-B372-4F37-8D355BC12653}"/>
              </a:ext>
            </a:extLst>
          </p:cNvPr>
          <p:cNvPicPr>
            <a:picLocks noChangeAspect="1"/>
          </p:cNvPicPr>
          <p:nvPr/>
        </p:nvPicPr>
        <p:blipFill>
          <a:blip r:embed="rId2"/>
          <a:stretch>
            <a:fillRect/>
          </a:stretch>
        </p:blipFill>
        <p:spPr>
          <a:xfrm>
            <a:off x="1771984" y="490128"/>
            <a:ext cx="9962816" cy="6057900"/>
          </a:xfrm>
          <a:prstGeom prst="rect">
            <a:avLst/>
          </a:prstGeom>
        </p:spPr>
      </p:pic>
      <p:sp>
        <p:nvSpPr>
          <p:cNvPr id="2" name="Title 1">
            <a:extLst>
              <a:ext uri="{FF2B5EF4-FFF2-40B4-BE49-F238E27FC236}">
                <a16:creationId xmlns:a16="http://schemas.microsoft.com/office/drawing/2014/main" id="{FB63212B-54DE-C8EF-5F6E-27AC2A951A6B}"/>
              </a:ext>
            </a:extLst>
          </p:cNvPr>
          <p:cNvSpPr>
            <a:spLocks noGrp="1"/>
          </p:cNvSpPr>
          <p:nvPr>
            <p:ph type="title"/>
          </p:nvPr>
        </p:nvSpPr>
        <p:spPr/>
        <p:txBody>
          <a:bodyPr/>
          <a:lstStyle/>
          <a:p>
            <a:r>
              <a:rPr lang="en-US"/>
              <a:t>Risk </a:t>
            </a:r>
            <a:br>
              <a:rPr lang="en-US"/>
            </a:br>
            <a:r>
              <a:rPr lang="en-US"/>
              <a:t>Example</a:t>
            </a:r>
          </a:p>
        </p:txBody>
      </p:sp>
      <p:sp>
        <p:nvSpPr>
          <p:cNvPr id="4" name="Slide Number Placeholder 3">
            <a:extLst>
              <a:ext uri="{FF2B5EF4-FFF2-40B4-BE49-F238E27FC236}">
                <a16:creationId xmlns:a16="http://schemas.microsoft.com/office/drawing/2014/main" id="{73ABDC31-B85D-D7D2-B69D-0E299D83979A}"/>
              </a:ext>
            </a:extLst>
          </p:cNvPr>
          <p:cNvSpPr>
            <a:spLocks noGrp="1"/>
          </p:cNvSpPr>
          <p:nvPr>
            <p:ph type="sldNum" sz="quarter" idx="12"/>
          </p:nvPr>
        </p:nvSpPr>
        <p:spPr/>
        <p:txBody>
          <a:bodyPr/>
          <a:lstStyle/>
          <a:p>
            <a:fld id="{AEAA3239-9EA4-4A65-A281-97F994456D9F}" type="slidenum">
              <a:rPr lang="en-US" smtClean="0"/>
              <a:t>10</a:t>
            </a:fld>
            <a:endParaRPr lang="en-US"/>
          </a:p>
        </p:txBody>
      </p:sp>
    </p:spTree>
    <p:extLst>
      <p:ext uri="{BB962C8B-B14F-4D97-AF65-F5344CB8AC3E}">
        <p14:creationId xmlns:p14="http://schemas.microsoft.com/office/powerpoint/2010/main" val="304203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DE2D0-D81F-5E31-E944-A15FE5741550}"/>
              </a:ext>
            </a:extLst>
          </p:cNvPr>
          <p:cNvSpPr>
            <a:spLocks noGrp="1"/>
          </p:cNvSpPr>
          <p:nvPr>
            <p:ph type="title"/>
          </p:nvPr>
        </p:nvSpPr>
        <p:spPr/>
        <p:txBody>
          <a:bodyPr/>
          <a:lstStyle/>
          <a:p>
            <a:r>
              <a:rPr lang="en-US"/>
              <a:t>Convenience  Schema: </a:t>
            </a:r>
            <a:r>
              <a:rPr lang="en-US" err="1"/>
              <a:t>GeoLabelSet</a:t>
            </a:r>
            <a:endParaRPr lang="en-US"/>
          </a:p>
        </p:txBody>
      </p:sp>
      <p:sp>
        <p:nvSpPr>
          <p:cNvPr id="3" name="Content Placeholder 2">
            <a:extLst>
              <a:ext uri="{FF2B5EF4-FFF2-40B4-BE49-F238E27FC236}">
                <a16:creationId xmlns:a16="http://schemas.microsoft.com/office/drawing/2014/main" id="{F510E8DF-67C7-AA3D-B66B-E653EC336316}"/>
              </a:ext>
            </a:extLst>
          </p:cNvPr>
          <p:cNvSpPr>
            <a:spLocks noGrp="1"/>
          </p:cNvSpPr>
          <p:nvPr>
            <p:ph idx="1"/>
          </p:nvPr>
        </p:nvSpPr>
        <p:spPr>
          <a:xfrm>
            <a:off x="457200" y="1159464"/>
            <a:ext cx="11277599" cy="4539072"/>
          </a:xfrm>
        </p:spPr>
        <p:txBody>
          <a:bodyPr/>
          <a:lstStyle/>
          <a:p>
            <a:r>
              <a:rPr lang="en-US"/>
              <a:t>assign arbitrary properties (e.g. volumes, average NTG) to master data objects such as </a:t>
            </a:r>
            <a:r>
              <a:rPr lang="en-US" err="1"/>
              <a:t>ReservoirSegment</a:t>
            </a:r>
            <a:endParaRPr lang="en-US"/>
          </a:p>
        </p:txBody>
      </p:sp>
      <p:sp>
        <p:nvSpPr>
          <p:cNvPr id="4" name="Slide Number Placeholder 3">
            <a:extLst>
              <a:ext uri="{FF2B5EF4-FFF2-40B4-BE49-F238E27FC236}">
                <a16:creationId xmlns:a16="http://schemas.microsoft.com/office/drawing/2014/main" id="{4651BABD-40B4-DDD9-DB94-B63535A37FFF}"/>
              </a:ext>
            </a:extLst>
          </p:cNvPr>
          <p:cNvSpPr>
            <a:spLocks noGrp="1"/>
          </p:cNvSpPr>
          <p:nvPr>
            <p:ph type="sldNum" sz="quarter" idx="12"/>
          </p:nvPr>
        </p:nvSpPr>
        <p:spPr/>
        <p:txBody>
          <a:bodyPr/>
          <a:lstStyle/>
          <a:p>
            <a:fld id="{AEAA3239-9EA4-4A65-A281-97F994456D9F}" type="slidenum">
              <a:rPr lang="en-US" smtClean="0"/>
              <a:t>11</a:t>
            </a:fld>
            <a:endParaRPr lang="en-US"/>
          </a:p>
        </p:txBody>
      </p:sp>
      <p:pic>
        <p:nvPicPr>
          <p:cNvPr id="6" name="Picture 5">
            <a:extLst>
              <a:ext uri="{FF2B5EF4-FFF2-40B4-BE49-F238E27FC236}">
                <a16:creationId xmlns:a16="http://schemas.microsoft.com/office/drawing/2014/main" id="{C650BCED-4D88-5230-6473-3DFD1E5D5787}"/>
              </a:ext>
            </a:extLst>
          </p:cNvPr>
          <p:cNvPicPr>
            <a:picLocks noChangeAspect="1"/>
          </p:cNvPicPr>
          <p:nvPr/>
        </p:nvPicPr>
        <p:blipFill>
          <a:blip r:embed="rId2"/>
          <a:stretch>
            <a:fillRect/>
          </a:stretch>
        </p:blipFill>
        <p:spPr>
          <a:xfrm>
            <a:off x="228599" y="1516425"/>
            <a:ext cx="11734799" cy="5259294"/>
          </a:xfrm>
          <a:prstGeom prst="rect">
            <a:avLst/>
          </a:prstGeom>
        </p:spPr>
      </p:pic>
    </p:spTree>
    <p:extLst>
      <p:ext uri="{BB962C8B-B14F-4D97-AF65-F5344CB8AC3E}">
        <p14:creationId xmlns:p14="http://schemas.microsoft.com/office/powerpoint/2010/main" val="3287053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E766D-E186-24C0-523E-EAFD0C4EA444}"/>
              </a:ext>
            </a:extLst>
          </p:cNvPr>
          <p:cNvSpPr>
            <a:spLocks noGrp="1"/>
          </p:cNvSpPr>
          <p:nvPr>
            <p:ph type="title"/>
          </p:nvPr>
        </p:nvSpPr>
        <p:spPr>
          <a:xfrm>
            <a:off x="457200" y="490128"/>
            <a:ext cx="11277599" cy="914400"/>
          </a:xfrm>
        </p:spPr>
        <p:txBody>
          <a:bodyPr anchor="t">
            <a:normAutofit/>
          </a:bodyPr>
          <a:lstStyle/>
          <a:p>
            <a:r>
              <a:rPr lang="en-US"/>
              <a:t>Query the </a:t>
            </a:r>
            <a:r>
              <a:rPr lang="en-US" err="1"/>
              <a:t>BusinessDecisions</a:t>
            </a:r>
            <a:r>
              <a:rPr lang="en-US"/>
              <a:t> to improve future uncertainty parametrization, risk mitigation, and decisions  </a:t>
            </a:r>
          </a:p>
        </p:txBody>
      </p:sp>
      <p:graphicFrame>
        <p:nvGraphicFramePr>
          <p:cNvPr id="5" name="Content Placeholder 4">
            <a:extLst>
              <a:ext uri="{FF2B5EF4-FFF2-40B4-BE49-F238E27FC236}">
                <a16:creationId xmlns:a16="http://schemas.microsoft.com/office/drawing/2014/main" id="{D2ADB189-E05E-4A73-87CC-7C80453B1399}"/>
              </a:ext>
            </a:extLst>
          </p:cNvPr>
          <p:cNvGraphicFramePr>
            <a:graphicFrameLocks noGrp="1"/>
          </p:cNvGraphicFramePr>
          <p:nvPr>
            <p:ph idx="1"/>
          </p:nvPr>
        </p:nvGraphicFramePr>
        <p:xfrm>
          <a:off x="650564" y="1770807"/>
          <a:ext cx="10515600" cy="2011680"/>
        </p:xfrm>
        <a:graphic>
          <a:graphicData uri="http://schemas.openxmlformats.org/drawingml/2006/table">
            <a:tbl>
              <a:tblPr bandRow="1">
                <a:tableStyleId>{35758FB7-9AC5-4552-8A53-C91805E547FA}</a:tableStyleId>
              </a:tblPr>
              <a:tblGrid>
                <a:gridCol w="3581401">
                  <a:extLst>
                    <a:ext uri="{9D8B030D-6E8A-4147-A177-3AD203B41FA5}">
                      <a16:colId xmlns:a16="http://schemas.microsoft.com/office/drawing/2014/main" val="1986656612"/>
                    </a:ext>
                  </a:extLst>
                </a:gridCol>
                <a:gridCol w="6934199">
                  <a:extLst>
                    <a:ext uri="{9D8B030D-6E8A-4147-A177-3AD203B41FA5}">
                      <a16:colId xmlns:a16="http://schemas.microsoft.com/office/drawing/2014/main" val="2832010815"/>
                    </a:ext>
                  </a:extLst>
                </a:gridCol>
              </a:tblGrid>
              <a:tr h="235103">
                <a:tc>
                  <a:txBody>
                    <a:bodyPr/>
                    <a:lstStyle/>
                    <a:p>
                      <a:pPr>
                        <a:buNone/>
                      </a:pPr>
                      <a:r>
                        <a:rPr lang="en-US" sz="1200" b="0" cap="none" spc="0">
                          <a:solidFill>
                            <a:schemeClr val="tx1"/>
                          </a:solidFill>
                        </a:rPr>
                        <a:t>BusinessDecision by DecisionLevelID</a:t>
                      </a:r>
                      <a:endParaRPr lang="en-US" sz="1200" b="0" cap="none" spc="0" err="1">
                        <a:solidFill>
                          <a:schemeClr val="tx1"/>
                        </a:solidFill>
                      </a:endParaRPr>
                    </a:p>
                  </a:txBody>
                  <a:tcPr anchor="ctr"/>
                </a:tc>
                <a:tc>
                  <a:txBody>
                    <a:bodyPr/>
                    <a:lstStyle/>
                    <a:p>
                      <a:pPr>
                        <a:buNone/>
                      </a:pPr>
                      <a:r>
                        <a:rPr lang="en-US" sz="1200" b="0" cap="none" spc="0">
                          <a:solidFill>
                            <a:schemeClr val="tx1"/>
                          </a:solidFill>
                        </a:rPr>
                        <a:t>Retrieve all DG2 decisions</a:t>
                      </a:r>
                    </a:p>
                  </a:txBody>
                  <a:tcPr anchor="ctr"/>
                </a:tc>
                <a:extLst>
                  <a:ext uri="{0D108BD9-81ED-4DB2-BD59-A6C34878D82A}">
                    <a16:rowId xmlns:a16="http://schemas.microsoft.com/office/drawing/2014/main" val="3360032199"/>
                  </a:ext>
                </a:extLst>
              </a:tr>
              <a:tr h="337728">
                <a:tc>
                  <a:txBody>
                    <a:bodyPr/>
                    <a:lstStyle/>
                    <a:p>
                      <a:pPr>
                        <a:buNone/>
                      </a:pPr>
                      <a:r>
                        <a:rPr lang="en-US" sz="1200" b="0" cap="none" spc="0">
                          <a:solidFill>
                            <a:schemeClr val="tx1"/>
                          </a:solidFill>
                        </a:rPr>
                        <a:t>Join volume or property stats across gates</a:t>
                      </a:r>
                    </a:p>
                  </a:txBody>
                  <a:tcPr anchor="ctr"/>
                </a:tc>
                <a:tc>
                  <a:txBody>
                    <a:bodyPr/>
                    <a:lstStyle/>
                    <a:p>
                      <a:pPr>
                        <a:buNone/>
                      </a:pPr>
                      <a:r>
                        <a:rPr lang="en-US" sz="1200" b="0" cap="none" spc="0">
                          <a:solidFill>
                            <a:schemeClr val="tx1"/>
                          </a:solidFill>
                        </a:rPr>
                        <a:t>Compare volumetric evolution, analyze (AI?) uncertainty distributions/</a:t>
                      </a:r>
                    </a:p>
                    <a:p>
                      <a:pPr>
                        <a:buNone/>
                      </a:pPr>
                      <a:r>
                        <a:rPr lang="en-US" sz="1200" b="0" cap="none" spc="0">
                          <a:solidFill>
                            <a:schemeClr val="tx1"/>
                          </a:solidFill>
                        </a:rPr>
                        <a:t>granularity/maturation to detect deficiencies </a:t>
                      </a:r>
                    </a:p>
                  </a:txBody>
                  <a:tcPr anchor="ctr"/>
                </a:tc>
                <a:extLst>
                  <a:ext uri="{0D108BD9-81ED-4DB2-BD59-A6C34878D82A}">
                    <a16:rowId xmlns:a16="http://schemas.microsoft.com/office/drawing/2014/main" val="3004239630"/>
                  </a:ext>
                </a:extLst>
              </a:tr>
              <a:tr h="140720">
                <a:tc>
                  <a:txBody>
                    <a:bodyPr/>
                    <a:lstStyle/>
                    <a:p>
                      <a:pPr>
                        <a:buNone/>
                      </a:pPr>
                      <a:r>
                        <a:rPr lang="en-US" sz="1200" b="0" cap="none" spc="0">
                          <a:solidFill>
                            <a:schemeClr val="tx1"/>
                          </a:solidFill>
                        </a:rPr>
                        <a:t>GeoLabelSet by LabelledEntityID</a:t>
                      </a:r>
                    </a:p>
                  </a:txBody>
                  <a:tcPr anchor="ctr"/>
                </a:tc>
                <a:tc>
                  <a:txBody>
                    <a:bodyPr/>
                    <a:lstStyle/>
                    <a:p>
                      <a:pPr>
                        <a:buNone/>
                      </a:pPr>
                      <a:r>
                        <a:rPr lang="en-US" sz="1200" b="0" cap="none" spc="0">
                          <a:solidFill>
                            <a:schemeClr val="tx1"/>
                          </a:solidFill>
                        </a:rPr>
                        <a:t>Display property dashboard metrics related to master data elements</a:t>
                      </a:r>
                    </a:p>
                  </a:txBody>
                  <a:tcPr anchor="ctr"/>
                </a:tc>
                <a:extLst>
                  <a:ext uri="{0D108BD9-81ED-4DB2-BD59-A6C34878D82A}">
                    <a16:rowId xmlns:a16="http://schemas.microsoft.com/office/drawing/2014/main" val="3929182332"/>
                  </a:ext>
                </a:extLst>
              </a:tr>
              <a:tr h="152400">
                <a:tc>
                  <a:txBody>
                    <a:bodyPr/>
                    <a:lstStyle/>
                    <a:p>
                      <a:r>
                        <a:rPr lang="en-US" sz="1200" b="0" kern="1200">
                          <a:solidFill>
                            <a:schemeClr val="tx1">
                              <a:lumMod val="50000"/>
                            </a:schemeClr>
                          </a:solidFill>
                          <a:effectLst/>
                        </a:rPr>
                        <a:t>Realisation</a:t>
                      </a:r>
                      <a:endParaRPr lang="en-US" sz="1200" b="0" i="0" kern="1200">
                        <a:solidFill>
                          <a:schemeClr val="tx1">
                            <a:lumMod val="50000"/>
                          </a:schemeClr>
                        </a:solidFill>
                        <a:effectLst/>
                        <a:latin typeface="+mn-lt"/>
                        <a:ea typeface="+mn-ea"/>
                        <a:cs typeface="+mn-cs"/>
                      </a:endParaRPr>
                    </a:p>
                  </a:txBody>
                  <a:tcPr anchor="ctr"/>
                </a:tc>
                <a:tc>
                  <a:txBody>
                    <a:bodyPr/>
                    <a:lstStyle/>
                    <a:p>
                      <a:r>
                        <a:rPr lang="en-US" sz="1200" b="0" kern="1200">
                          <a:solidFill>
                            <a:schemeClr val="tx1">
                              <a:lumMod val="50000"/>
                            </a:schemeClr>
                          </a:solidFill>
                          <a:effectLst/>
                        </a:rPr>
                        <a:t>keeping provenance, Join on keys, Realization input ↔ output (ensemble MC/ED matrix)</a:t>
                      </a:r>
                      <a:endParaRPr lang="en-US" sz="1200" b="0" cap="all" spc="150">
                        <a:solidFill>
                          <a:schemeClr val="tx1"/>
                        </a:solidFill>
                      </a:endParaRPr>
                    </a:p>
                  </a:txBody>
                  <a:tcPr anchor="ctr"/>
                </a:tc>
                <a:extLst>
                  <a:ext uri="{0D108BD9-81ED-4DB2-BD59-A6C34878D82A}">
                    <a16:rowId xmlns:a16="http://schemas.microsoft.com/office/drawing/2014/main" val="1956924173"/>
                  </a:ext>
                </a:extLst>
              </a:tr>
              <a:tr h="152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a:solidFill>
                            <a:schemeClr val="tx1">
                              <a:lumMod val="50000"/>
                            </a:schemeClr>
                          </a:solidFill>
                          <a:effectLst/>
                        </a:rPr>
                        <a:t>Activity</a:t>
                      </a:r>
                      <a:endParaRPr lang="en-US" sz="1200" b="0" i="0" kern="1200">
                        <a:solidFill>
                          <a:schemeClr val="tx1">
                            <a:lumMod val="50000"/>
                          </a:schemeClr>
                        </a:solidFill>
                        <a:effectLst/>
                        <a:latin typeface="+mn-lt"/>
                        <a:ea typeface="+mn-ea"/>
                        <a:cs typeface="+mn-cs"/>
                      </a:endParaRPr>
                    </a:p>
                  </a:txBody>
                  <a:tcPr anchor="ctr"/>
                </a:tc>
                <a:tc>
                  <a:txBody>
                    <a:bodyPr/>
                    <a:lstStyle/>
                    <a:p>
                      <a:pPr>
                        <a:buNone/>
                      </a:pPr>
                      <a:r>
                        <a:rPr lang="en-US" sz="1200" b="0" kern="1200">
                          <a:solidFill>
                            <a:schemeClr val="tx1">
                              <a:lumMod val="50000"/>
                            </a:schemeClr>
                          </a:solidFill>
                          <a:effectLst/>
                        </a:rPr>
                        <a:t>Activity carries both the design row and the volume output with the same realisation-index key in Parameters[]; records i/o and workflow processing </a:t>
                      </a:r>
                      <a:endParaRPr lang="en-US" sz="1200" b="0" cap="all" spc="150">
                        <a:solidFill>
                          <a:schemeClr val="tx1"/>
                        </a:solidFill>
                      </a:endParaRPr>
                    </a:p>
                  </a:txBody>
                  <a:tcPr anchor="ctr"/>
                </a:tc>
                <a:extLst>
                  <a:ext uri="{0D108BD9-81ED-4DB2-BD59-A6C34878D82A}">
                    <a16:rowId xmlns:a16="http://schemas.microsoft.com/office/drawing/2014/main" val="2829948645"/>
                  </a:ext>
                </a:extLst>
              </a:tr>
              <a:tr h="152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a:solidFill>
                            <a:schemeClr val="tx1">
                              <a:lumMod val="50000"/>
                            </a:schemeClr>
                          </a:solidFill>
                          <a:effectLst/>
                        </a:rPr>
                        <a:t>Case binding</a:t>
                      </a:r>
                      <a:endParaRPr lang="en-US" sz="1200" b="0" i="0" kern="1200">
                        <a:solidFill>
                          <a:schemeClr val="tx1">
                            <a:lumMod val="50000"/>
                          </a:schemeClr>
                        </a:solidFill>
                        <a:effectLst/>
                        <a:latin typeface="+mn-lt"/>
                        <a:ea typeface="+mn-ea"/>
                        <a:cs typeface="+mn-cs"/>
                      </a:endParaRPr>
                    </a:p>
                  </a:txBody>
                  <a:tcPr anchor="ctr"/>
                </a:tc>
                <a:tc>
                  <a:txBody>
                    <a:bodyPr/>
                    <a:lstStyle/>
                    <a:p>
                      <a:pPr>
                        <a:buNone/>
                      </a:pPr>
                      <a:r>
                        <a:rPr lang="en-US" sz="1200" b="0" kern="1200">
                          <a:solidFill>
                            <a:schemeClr val="tx1">
                              <a:lumMod val="50000"/>
                            </a:schemeClr>
                          </a:solidFill>
                          <a:effectLst/>
                        </a:rPr>
                        <a:t>WorkProduct/Collection id referenced as context to bind the scenario.</a:t>
                      </a:r>
                      <a:endParaRPr lang="en-US" sz="1200" b="0" cap="all" spc="150">
                        <a:solidFill>
                          <a:schemeClr val="tx1"/>
                        </a:solidFill>
                      </a:endParaRPr>
                    </a:p>
                  </a:txBody>
                  <a:tcPr anchor="ctr"/>
                </a:tc>
                <a:extLst>
                  <a:ext uri="{0D108BD9-81ED-4DB2-BD59-A6C34878D82A}">
                    <a16:rowId xmlns:a16="http://schemas.microsoft.com/office/drawing/2014/main" val="589305554"/>
                  </a:ext>
                </a:extLst>
              </a:tr>
            </a:tbl>
          </a:graphicData>
        </a:graphic>
      </p:graphicFrame>
    </p:spTree>
    <p:extLst>
      <p:ext uri="{BB962C8B-B14F-4D97-AF65-F5344CB8AC3E}">
        <p14:creationId xmlns:p14="http://schemas.microsoft.com/office/powerpoint/2010/main" val="2145285510"/>
      </p:ext>
    </p:extLst>
  </p:cSld>
  <p:clrMapOvr>
    <a:masterClrMapping/>
  </p:clrMapOvr>
  <p:transition>
    <p:fade/>
  </p:transition>
</p:sld>
</file>

<file path=ppt/theme/theme1.xml><?xml version="1.0" encoding="utf-8"?>
<a:theme xmlns:a="http://schemas.openxmlformats.org/drawingml/2006/main" name="Office-tema">
  <a:themeElements>
    <a:clrScheme name="Custom 1">
      <a:dk1>
        <a:srgbClr val="333333"/>
      </a:dk1>
      <a:lt1>
        <a:srgbClr val="FFFFFF"/>
      </a:lt1>
      <a:dk2>
        <a:srgbClr val="7D0023"/>
      </a:dk2>
      <a:lt2>
        <a:srgbClr val="FFF5B8"/>
      </a:lt2>
      <a:accent1>
        <a:srgbClr val="243746"/>
      </a:accent1>
      <a:accent2>
        <a:srgbClr val="007079"/>
      </a:accent2>
      <a:accent3>
        <a:srgbClr val="DFF5FF"/>
      </a:accent3>
      <a:accent4>
        <a:srgbClr val="E6FAEC"/>
      </a:accent4>
      <a:accent5>
        <a:srgbClr val="FFE7D6"/>
      </a:accent5>
      <a:accent6>
        <a:srgbClr val="FF1243"/>
      </a:accent6>
      <a:hlink>
        <a:srgbClr val="7D0023"/>
      </a:hlink>
      <a:folHlink>
        <a:srgbClr val="7D0023"/>
      </a:folHlink>
    </a:clrScheme>
    <a:fontScheme name="Equinor">
      <a:majorFont>
        <a:latin typeface="Equinor Medium"/>
        <a:ea typeface=""/>
        <a:cs typeface=""/>
      </a:majorFont>
      <a:minorFont>
        <a:latin typeface="Equino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rnal_Equinor corporate template .pptx" id="{9D43A5E0-6C37-4828-94ED-585AF8205447}" vid="{4538F011-0B9E-4DEA-B388-4479C292728D}"/>
    </a:ext>
  </a:extLst>
</a:theme>
</file>

<file path=ppt/theme/theme2.xml><?xml version="1.0" encoding="utf-8"?>
<a:theme xmlns:a="http://schemas.openxmlformats.org/drawingml/2006/main" name="Custom Design">
  <a:themeElements>
    <a:clrScheme name="Equinor palette">
      <a:dk1>
        <a:srgbClr val="333333"/>
      </a:dk1>
      <a:lt1>
        <a:srgbClr val="FFFFFF"/>
      </a:lt1>
      <a:dk2>
        <a:srgbClr val="7D0023"/>
      </a:dk2>
      <a:lt2>
        <a:srgbClr val="E0E4E7"/>
      </a:lt2>
      <a:accent1>
        <a:srgbClr val="243746"/>
      </a:accent1>
      <a:accent2>
        <a:srgbClr val="007079"/>
      </a:accent2>
      <a:accent3>
        <a:srgbClr val="DFF5FF"/>
      </a:accent3>
      <a:accent4>
        <a:srgbClr val="E6FAEC"/>
      </a:accent4>
      <a:accent5>
        <a:srgbClr val="FFE7D6"/>
      </a:accent5>
      <a:accent6>
        <a:srgbClr val="FF1243"/>
      </a:accent6>
      <a:hlink>
        <a:srgbClr val="7D0023"/>
      </a:hlink>
      <a:folHlink>
        <a:srgbClr val="7D0023"/>
      </a:folHlink>
    </a:clrScheme>
    <a:fontScheme name="Equinor">
      <a:majorFont>
        <a:latin typeface="Equinor Medium"/>
        <a:ea typeface=""/>
        <a:cs typeface=""/>
      </a:majorFont>
      <a:minorFont>
        <a:latin typeface="Equino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rnal_Equinor corporate template .pptx" id="{9D43A5E0-6C37-4828-94ED-585AF8205447}" vid="{2B77B72C-23F0-4130-95F0-F8C5B6F21A4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aa4a235-b6e2-48d5-9195-7fcf05b459b0}" enabled="0" method="" siteId="{3aa4a235-b6e2-48d5-9195-7fcf05b459b0}" removed="1"/>
</clbl:labelList>
</file>

<file path=docProps/app.xml><?xml version="1.0" encoding="utf-8"?>
<Properties xmlns="http://schemas.openxmlformats.org/officeDocument/2006/extended-properties" xmlns:vt="http://schemas.openxmlformats.org/officeDocument/2006/docPropsVTypes">
  <Template>Internal_Equinor corporate template </Template>
  <Application>Microsoft Office PowerPoint</Application>
  <PresentationFormat>Widescreen</PresentationFormat>
  <Slides>12</Slides>
  <Notes>7</Notes>
  <HiddenSlides>0</HiddenSlide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Office-tema</vt:lpstr>
      <vt:lpstr>Custom Design</vt:lpstr>
      <vt:lpstr> Handling in OSDU  Subsurface workflow Activity, Risk and  BusinessDecision records   Proof of Concept Demo Drogon DG1</vt:lpstr>
      <vt:lpstr>PowerPoint Presentation</vt:lpstr>
      <vt:lpstr>Why OSDU for DG1–DG4 Decision Traceability</vt:lpstr>
      <vt:lpstr>OSDU Uncertainty and volumetric data: building blocks</vt:lpstr>
      <vt:lpstr>BusinessDecision</vt:lpstr>
      <vt:lpstr>PowerPoint Presentation</vt:lpstr>
      <vt:lpstr>ReservoirEstimatedVolume table for aggregate ensemble volumes</vt:lpstr>
      <vt:lpstr>ReservoirEstimatedVolume table – Relationship to MasterData </vt:lpstr>
      <vt:lpstr>Risk Records using OSDU schema and Equinor canonical types</vt:lpstr>
      <vt:lpstr>Risk  Example</vt:lpstr>
      <vt:lpstr>Convenience  Schema: GeoLabelSet</vt:lpstr>
      <vt:lpstr>Query the BusinessDecisions to improve future uncertainty parametrization, risk mitigation, and decisions  </vt:lpstr>
    </vt:vector>
  </TitlesOfParts>
  <Company>Equinor ASA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Marcus Apel</dc:creator>
  <cp:revision>1</cp:revision>
  <dcterms:created xsi:type="dcterms:W3CDTF">2026-01-22T16:04:42Z</dcterms:created>
  <dcterms:modified xsi:type="dcterms:W3CDTF">2026-02-20T13:13:23Z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
    <vt:lpwstr>Internal</vt:lpwstr>
  </property>
</Properties>
</file>